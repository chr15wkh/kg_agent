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1c9c1c92ad2b429b" Type="http://schemas.openxmlformats.org/package/2006/relationships/metadata/core-properties" Target="docProps/core.xml"/><Relationship Id="R68cbd4e05d604900" Type="http://schemas.openxmlformats.org/officeDocument/2006/relationships/officeDocument" Target="ppt/presentation.xml"/><Relationship Id="Rb86f3a5213f44709"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1dd7389bd3694d91"/>
  </p:sldMasterIdLst>
  <p:notesMasterIdLst>
    <p:notesMasterId xmlns:r="http://schemas.openxmlformats.org/officeDocument/2006/relationships" r:id="R3d6affd4749b425c"/>
  </p:notesMasterIdLst>
  <p:sldIdLst>
    <p:sldId xmlns:r="http://schemas.openxmlformats.org/officeDocument/2006/relationships" id="256" r:id="R8a4e1ca708cb4f42"/>
    <p:sldId xmlns:r="http://schemas.openxmlformats.org/officeDocument/2006/relationships" id="257" r:id="Rb412900185794c6c"/>
    <p:sldId xmlns:r="http://schemas.openxmlformats.org/officeDocument/2006/relationships" id="258" r:id="R53113eeb3062404c"/>
    <p:sldId xmlns:r="http://schemas.openxmlformats.org/officeDocument/2006/relationships" id="259" r:id="Rfaa11d2126b44ed0"/>
    <p:sldId xmlns:r="http://schemas.openxmlformats.org/officeDocument/2006/relationships" id="260" r:id="R116964c19ba04230"/>
    <p:sldId xmlns:r="http://schemas.openxmlformats.org/officeDocument/2006/relationships" id="261" r:id="rIdAppendProblem6"/>
    <p:sldId xmlns:r="http://schemas.openxmlformats.org/officeDocument/2006/relationships" id="262" r:id="rIdAppendProblem7"/>
    <p:sldId xmlns:ns0="http://schemas.openxmlformats.org/officeDocument/2006/relationships" id="263" ns0:id="rId14"/>
    <p:sldId xmlns:ns0="http://schemas.openxmlformats.org/officeDocument/2006/relationships" id="264" ns0:id="rId15"/>
    <p:sldId xmlns:ns0="http://schemas.openxmlformats.org/officeDocument/2006/relationships" id="265" ns0:id="rId16"/>
  </p:sldIdLst>
  <p:sldSz cx="12192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116964c19ba04230" Type="http://schemas.openxmlformats.org/officeDocument/2006/relationships/slide" Target="slides/slide5.xml"/><Relationship Id="R1dd7389bd3694d91" Type="http://schemas.openxmlformats.org/officeDocument/2006/relationships/slideMaster" Target="slideMasters/slideMaster1.xml"/><Relationship Id="R2e4f7e2e04be45db" Type="http://schemas.openxmlformats.org/officeDocument/2006/relationships/presProps" Target="presProps.xml"/><Relationship Id="R3d6affd4749b425c" Type="http://schemas.openxmlformats.org/officeDocument/2006/relationships/notesMaster" Target="notesMasters/notesMaster1.xml"/><Relationship Id="R53113eeb3062404c" Type="http://schemas.openxmlformats.org/officeDocument/2006/relationships/slide" Target="slides/slide3.xml"/><Relationship Id="R8a4e1ca708cb4f42" Type="http://schemas.openxmlformats.org/officeDocument/2006/relationships/slide" Target="slides/slide1.xml"/><Relationship Id="R908562d5e52d4894" Type="http://schemas.openxmlformats.org/officeDocument/2006/relationships/theme" Target="theme/theme1.xml"/><Relationship Id="Rb412900185794c6c" Type="http://schemas.openxmlformats.org/officeDocument/2006/relationships/slide" Target="slides/slide2.xml"/><Relationship Id="Rc2fd5f4cc75645dc" Type="http://schemas.openxmlformats.org/officeDocument/2006/relationships/tableStyles" Target="tableStyles.xml"/><Relationship Id="Rd659b7042db7482d" Type="http://schemas.openxmlformats.org/officeDocument/2006/relationships/viewProps" Target="viewProps.xml"/><Relationship Id="Rfaa11d2126b44ed0" Type="http://schemas.openxmlformats.org/officeDocument/2006/relationships/slide" Target="slides/slide4.xml"/><Relationship Id="rIdAppendProblem6" Type="http://schemas.openxmlformats.org/officeDocument/2006/relationships/slide" Target="slides/slide6.xml"/><Relationship Id="rIdAppendProblem7"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69d8e0e656f2453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e546e7933e374a0d" Type="http://schemas.openxmlformats.org/officeDocument/2006/relationships/slide" Target="../slides/slide1.xml"/><Relationship Id="Rf17fbaa41a764bc5"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1a6435df9cd471d" Type="http://schemas.openxmlformats.org/officeDocument/2006/relationships/notesMaster" Target="../notesMasters/notesMaster1.xml"/><Relationship Id="Rb980b3869ce1495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798ce8afc714232" Type="http://schemas.openxmlformats.org/officeDocument/2006/relationships/slide" Target="../slides/slide3.xml"/><Relationship Id="Rb47f4438255d4c48"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0ee75ee20b6f4251" Type="http://schemas.openxmlformats.org/officeDocument/2006/relationships/slide" Target="../slides/slide4.xml"/><Relationship Id="R6bbe7683bd804d9b"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37f6c839df564d87" Type="http://schemas.openxmlformats.org/officeDocument/2006/relationships/notesMaster" Target="../notesMasters/notesMaster1.xml"/><Relationship Id="R4403de2a7dce41a5"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44085be4c54342c3" Type="http://schemas.openxmlformats.org/officeDocument/2006/relationships/notesMaster" Target="../notesMasters/notesMaster1.xml"/><Relationship Id="Rab737d27bbd6426c"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169065771b504167" Type="http://schemas.openxmlformats.org/officeDocument/2006/relationships/notesMaster" Target="../notesMasters/notesMaster1.xml"/><Relationship Id="Ra82f39d47f36400d" Type="http://schemas.openxmlformats.org/officeDocument/2006/relationships/slide" Target="../slides/slide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GTSQA question, I measure entity exact match and graph evidence coverage.</a:t>
            </a:r>
          </a:p>
          <a:p xmlns:a="http://schemas.openxmlformats.org/drawingml/2006/main">
            <a:r>
              <a:t/>
            </a:r>
          </a:p>
          <a:p xmlns:a="http://schemas.openxmlformats.org/drawingml/2006/main">
            <a:r>
              <a:t>For graph evidence coverage, I record the triples used by the agent as “used triples”. I compare them with the Gold evidence provided in the dataset, in the “full_answer_subgraph_wikikg2” field. The score is the number of matching triples divided by the total number of Gold triples.</a:t>
            </a:r>
          </a:p>
          <a:p xmlns:a="http://schemas.openxmlformats.org/drawingml/2006/main">
            <a:r>
              <a:t/>
            </a:r>
          </a:p>
          <a:p xmlns:a="http://schemas.openxmlformats.org/drawingml/2006/main">
            <a:r>
              <a:t>For each GTSQA_UA question, I measure refusal decision correctness. I compare the agent’s decision with the answerability label. The decision is correct if the agent answers an answerable question or refuses an unanswerable question. This metric only checks whether to answer, not whether the answer itself is correct.</a:t>
            </a:r>
          </a:p>
          <a:p xmlns:a="http://schemas.openxmlformats.org/drawingml/2006/main">
            <a:r>
              <a:t/>
            </a:r>
          </a:p>
          <a:p xmlns:a="http://schemas.openxmlformats.org/drawingml/2006/main">
            <a:r>
              <a:t>For each CRLT question, I measure Boolean exact match. The score is one if the agent’s true or false answer matches the Gold answer, and zero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hallucination rate is higher than the false refusal rate. The agent still tries to answer using background knowledge when the graph does not provide enough evidence. The false refusals were caused by the control flow issues mentioned earlier.</a:t>
            </a:r>
          </a:p>
          <a:p xmlns:a="http://schemas.openxmlformats.org/drawingml/2006/main">
            <a:r>
              <a:t/>
            </a:r>
          </a:p>
          <a:p xmlns:a="http://schemas.openxmlformats.org/drawingml/2006/main">
            <a:r>
              <a:t>For ARK v2, I plan to add a knowledge-use setting. Some tasks require answers supported by the provided graph. Background knowledge can guide the search, but cannot fill in missing facts. I will use GTSQA_UA to test whether the agent can correctly refuse under this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e19b2bf9dc3846e8"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10058ce2755f43e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fea68ba0437245b6"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ddac0643f95454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0d522879e92d4c4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95b9f09a8d3d4540"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971c6f04a622400e"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3c583a70b336460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2e79bfed6d564ab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abdb462558654316"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85fa9934b941484b"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15EA6E-BB15-4455-A6AE-79AB24B908CE}"/>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A7EECE9D-7C66-4F77-95D2-5D559F7D493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B2A8D34F-1117-4E1B-95DF-0FE840E5ACC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8/9/26</a:t>
            </a:fld>
            <a:endParaRPr/>
          </a:p>
        </p:txBody>
      </p:sp>
      <p:sp>
        <p:nvSpPr>
          <p:cNvPr id="5" name="Footer Placeholder 4">
            <a:extLst xmlns:a="http://schemas.openxmlformats.org/drawingml/2006/main">
              <a:ext uri="{FF2B5EF4-FFF2-40B4-BE49-F238E27FC236}">
                <a16:creationId xmlns:a16="http://schemas.microsoft.com/office/drawing/2014/main" id="{8E8D0116-D81B-4A8D-AD86-6987C17789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E77A5DF-1BBA-4BAF-B05A-F53E5A08E81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A842F00-9670-4ECF-9FDC-03D458E31C8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BE87F84-285E-41A5-A409-4F7B4E52AA2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8DE609F-F93C-4D35-8B97-DD6D1E0306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8/9/26</a:t>
            </a:fld>
            <a:endParaRPr/>
          </a:p>
        </p:txBody>
      </p:sp>
      <p:sp>
        <p:nvSpPr>
          <p:cNvPr id="5" name="Footer Placeholder 4">
            <a:extLst xmlns:a="http://schemas.openxmlformats.org/drawingml/2006/main">
              <a:ext uri="{FF2B5EF4-FFF2-40B4-BE49-F238E27FC236}">
                <a16:creationId xmlns:a16="http://schemas.microsoft.com/office/drawing/2014/main" id="{2CBA9915-B25C-43F3-8845-843E9B21E7A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60BB434-FEF7-4D01-B96F-E978E10D01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BB2084-02E4-45AC-AFE9-49984051A20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766A19C-C7F9-427C-BE91-6868A06CA03F}"/>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5EC1267-B1C8-4C89-9A17-DB03F5DAE9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8/9/26</a:t>
            </a:fld>
            <a:endParaRPr/>
          </a:p>
        </p:txBody>
      </p:sp>
      <p:sp>
        <p:nvSpPr>
          <p:cNvPr id="5" name="Footer Placeholder 4">
            <a:extLst xmlns:a="http://schemas.openxmlformats.org/drawingml/2006/main">
              <a:ext uri="{FF2B5EF4-FFF2-40B4-BE49-F238E27FC236}">
                <a16:creationId xmlns:a16="http://schemas.microsoft.com/office/drawing/2014/main" id="{7885A8B0-1131-4228-9097-EDD12E68A7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01056D9-81DF-4763-8AED-9DF317675B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D0312A-2930-4AA6-B6CA-F42E28BEB0F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21A4057-6A1A-44F6-98B2-2ECBA6DAE9EA}"/>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CE294E2D-6812-4EBD-A9B8-E90892AD23C6}"/>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048CF1D3-4ABD-4347-85CC-7F2D3E59993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8/9/26</a:t>
            </a:fld>
            <a:endParaRPr/>
          </a:p>
        </p:txBody>
      </p:sp>
      <p:sp>
        <p:nvSpPr>
          <p:cNvPr id="6" name="Footer Placeholder 5">
            <a:extLst xmlns:a="http://schemas.openxmlformats.org/drawingml/2006/main">
              <a:ext uri="{FF2B5EF4-FFF2-40B4-BE49-F238E27FC236}">
                <a16:creationId xmlns:a16="http://schemas.microsoft.com/office/drawing/2014/main" id="{C65547C7-7EEA-4076-B0A6-EAB6853897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D9D377C-B4B5-4DE1-809C-4698E12C8D9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C00971-398E-428C-9C0F-417A7315DA1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D2FAE8A-C6A3-471A-AA2B-D470D6287EF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8D42DFC-1E41-475E-8D53-1A91AFECEA9E}"/>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33A0A0EB-6153-4855-81A9-82E3F5280DC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4B03D55-438E-4B4E-99B0-51D15AAC5A34}"/>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F121765F-F452-45B5-A10C-C22680FE2D7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8/9/26</a:t>
            </a:fld>
            <a:endParaRPr/>
          </a:p>
        </p:txBody>
      </p:sp>
      <p:sp>
        <p:nvSpPr>
          <p:cNvPr id="8" name="Footer Placeholder 7">
            <a:extLst xmlns:a="http://schemas.openxmlformats.org/drawingml/2006/main">
              <a:ext uri="{FF2B5EF4-FFF2-40B4-BE49-F238E27FC236}">
                <a16:creationId xmlns:a16="http://schemas.microsoft.com/office/drawing/2014/main" id="{2964E1E4-6949-4FF8-AB6F-D139B68CB63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FB07C9F-72EB-4700-BCE7-9B335BBA35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7D70DE0-2E6D-4DAF-AB36-DE5ABD8DB22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DC7F9E23-A248-4B85-B88D-E5263BADA3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8/9/26</a:t>
            </a:fld>
            <a:endParaRPr/>
          </a:p>
        </p:txBody>
      </p:sp>
      <p:sp>
        <p:nvSpPr>
          <p:cNvPr id="4" name="Footer Placeholder 3">
            <a:extLst xmlns:a="http://schemas.openxmlformats.org/drawingml/2006/main">
              <a:ext uri="{FF2B5EF4-FFF2-40B4-BE49-F238E27FC236}">
                <a16:creationId xmlns:a16="http://schemas.microsoft.com/office/drawing/2014/main" id="{174CA50E-C143-4053-9C29-8F7FEFEFE02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468A31BD-9D8B-4FF6-8B5A-18ABD885A7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E697F1B4-5E05-4009-98F7-FB687C6D4D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8/9/26</a:t>
            </a:fld>
            <a:endParaRPr/>
          </a:p>
        </p:txBody>
      </p:sp>
      <p:sp>
        <p:nvSpPr>
          <p:cNvPr id="3" name="Footer Placeholder 2">
            <a:extLst xmlns:a="http://schemas.openxmlformats.org/drawingml/2006/main">
              <a:ext uri="{FF2B5EF4-FFF2-40B4-BE49-F238E27FC236}">
                <a16:creationId xmlns:a16="http://schemas.microsoft.com/office/drawing/2014/main" id="{DC2C6D22-1CFF-4E47-8AFB-4246DF18AB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CFB72D3-BE6E-4981-BFAC-4E8C654B76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7E7C66E-9622-4CC5-B9EE-0C1D312758B0}"/>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E35DE5E-DC96-48E1-ADD5-9A14064539F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297231C0-895B-4A07-BBFE-B6FD89EF250C}"/>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3F671A9-747B-4B72-8EDF-BF51BD7823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8/9/26</a:t>
            </a:fld>
            <a:endParaRPr/>
          </a:p>
        </p:txBody>
      </p:sp>
      <p:sp>
        <p:nvSpPr>
          <p:cNvPr id="6" name="Footer Placeholder 5">
            <a:extLst xmlns:a="http://schemas.openxmlformats.org/drawingml/2006/main">
              <a:ext uri="{FF2B5EF4-FFF2-40B4-BE49-F238E27FC236}">
                <a16:creationId xmlns:a16="http://schemas.microsoft.com/office/drawing/2014/main" id="{BE054FFB-0CE2-466C-9741-05D6CF7DCC3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AB9BAB1-62B3-4E34-A826-E2BE9E86369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15C812-608E-4245-90D7-448A602A82B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32C9AD7-2D51-4A9D-BFCB-E97D92C3477F}"/>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2825B4B7-203F-4433-9E81-3E23E1B94FF4}"/>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EB2F6C3-8249-411F-AB83-13477BA06D6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8/9/26</a:t>
            </a:fld>
            <a:endParaRPr/>
          </a:p>
        </p:txBody>
      </p:sp>
      <p:sp>
        <p:nvSpPr>
          <p:cNvPr id="6" name="Footer Placeholder 5">
            <a:extLst xmlns:a="http://schemas.openxmlformats.org/drawingml/2006/main">
              <a:ext uri="{FF2B5EF4-FFF2-40B4-BE49-F238E27FC236}">
                <a16:creationId xmlns:a16="http://schemas.microsoft.com/office/drawing/2014/main" id="{E7A4F312-DF16-4B3D-ABA3-56A951C2B2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BBEE403-9E08-400B-B9E3-1BCC395675A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B52F02-4C60-4A8B-BABA-3997A8E25CB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5A756542-3B06-48B8-A58A-140CEE6D9E7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E0DFBC5-3A27-45DF-AD5B-B6A9B35BC0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8/9/26</a:t>
            </a:fld>
            <a:endParaRPr/>
          </a:p>
        </p:txBody>
      </p:sp>
      <p:sp>
        <p:nvSpPr>
          <p:cNvPr id="5" name="Footer Placeholder 4">
            <a:extLst xmlns:a="http://schemas.openxmlformats.org/drawingml/2006/main">
              <a:ext uri="{FF2B5EF4-FFF2-40B4-BE49-F238E27FC236}">
                <a16:creationId xmlns:a16="http://schemas.microsoft.com/office/drawing/2014/main" id="{A9C30F64-0AD5-4276-BA82-BE2327D326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87E874C-4913-482E-9BE2-6B1C19AF2F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1EDA24AA-DB66-40A3-87B0-EAF0705E6EE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42F0F872-D563-4B3C-A0A7-1DD87FE45450}"/>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3A73AF4-DB9F-43C3-AA53-4225C19F34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8/9/26</a:t>
            </a:fld>
            <a:endParaRPr/>
          </a:p>
        </p:txBody>
      </p:sp>
      <p:sp>
        <p:nvSpPr>
          <p:cNvPr id="5" name="Footer Placeholder 4">
            <a:extLst xmlns:a="http://schemas.openxmlformats.org/drawingml/2006/main">
              <a:ext uri="{FF2B5EF4-FFF2-40B4-BE49-F238E27FC236}">
                <a16:creationId xmlns:a16="http://schemas.microsoft.com/office/drawing/2014/main" id="{A0908283-7715-4CBE-ABC2-6FE0B2CF22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3DCDD94-D4AE-4D6B-94A8-5EA438959B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xml version='1.0' encoding='UTF-8' standalone='yes'?>
<Relationships xmlns="http://schemas.openxmlformats.org/package/2006/relationships"><Relationship Id="R085161723d2340f4" Type="http://schemas.openxmlformats.org/officeDocument/2006/relationships/slideLayout" Target="../slideLayouts/slideLayout4.xml"/><Relationship Id="R1ce7628f8bbc430c" Type="http://schemas.openxmlformats.org/officeDocument/2006/relationships/slideLayout" Target="../slideLayouts/slideLayout10.xml"/><Relationship Id="R324d266209a94d11" Type="http://schemas.openxmlformats.org/officeDocument/2006/relationships/slideLayout" Target="../slideLayouts/slideLayout5.xml"/><Relationship Id="R4fd254c0c4db49e6" Type="http://schemas.openxmlformats.org/officeDocument/2006/relationships/slideLayout" Target="../slideLayouts/slideLayout1.xml"/><Relationship Id="R68f1d6dbffaa4e4c" Type="http://schemas.openxmlformats.org/officeDocument/2006/relationships/slideLayout" Target="../slideLayouts/slideLayout6.xml"/><Relationship Id="R901718c071f6423a" Type="http://schemas.openxmlformats.org/officeDocument/2006/relationships/slideLayout" Target="../slideLayouts/slideLayout2.xml"/><Relationship Id="R92b1b8fa1e6242c4" Type="http://schemas.openxmlformats.org/officeDocument/2006/relationships/slideLayout" Target="../slideLayouts/slideLayout7.xml"/><Relationship Id="Rb8055071207048b3" Type="http://schemas.openxmlformats.org/officeDocument/2006/relationships/slideLayout" Target="../slideLayouts/slideLayout3.xml"/><Relationship Id="Rbbdb6f0f00e341a0" Type="http://schemas.openxmlformats.org/officeDocument/2006/relationships/slideLayout" Target="../slideLayouts/slideLayout9.xml"/><Relationship Id="Re1a106212e1a46e7" Type="http://schemas.openxmlformats.org/officeDocument/2006/relationships/theme" Target="theme/theme2.xml"/><Relationship Id="Re2403b1d6f144472" Type="http://schemas.openxmlformats.org/officeDocument/2006/relationships/slideLayout" Target="../slideLayouts/slideLayout8.xml"/><Relationship Id="Rf3ebdeb7158f4531" Type="http://schemas.openxmlformats.org/officeDocument/2006/relationships/slideLayout" Target="../slideLayouts/slideLayout11.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269FA4F-FFE8-4ACE-B245-B7EAD7F5B6CD}"/>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21960FB-192E-4BEF-872D-93DA05FC3039}"/>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1214938-C421-4D9D-9855-A725513F9910}"/>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8/9/26</a:t>
            </a:fld>
            <a:endParaRPr/>
          </a:p>
        </p:txBody>
      </p:sp>
      <p:sp>
        <p:nvSpPr>
          <p:cNvPr id="5" name="Footer Placeholder 4">
            <a:extLst xmlns:a="http://schemas.openxmlformats.org/drawingml/2006/main">
              <a:ext uri="{FF2B5EF4-FFF2-40B4-BE49-F238E27FC236}">
                <a16:creationId xmlns:a16="http://schemas.microsoft.com/office/drawing/2014/main" id="{8A4B127E-1DEA-429A-ACD4-BE13C32C0D3E}"/>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CBDC273-A31C-4D46-9C78-D2AE541454FA}"/>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d254c0c4db49e6"/>
    <p:sldLayoutId xmlns:r="http://schemas.openxmlformats.org/officeDocument/2006/relationships" id="2147483650" r:id="R901718c071f6423a"/>
    <p:sldLayoutId xmlns:r="http://schemas.openxmlformats.org/officeDocument/2006/relationships" id="2147483651" r:id="Rb8055071207048b3"/>
    <p:sldLayoutId xmlns:r="http://schemas.openxmlformats.org/officeDocument/2006/relationships" id="2147483652" r:id="R085161723d2340f4"/>
    <p:sldLayoutId xmlns:r="http://schemas.openxmlformats.org/officeDocument/2006/relationships" id="2147483653" r:id="R324d266209a94d11"/>
    <p:sldLayoutId xmlns:r="http://schemas.openxmlformats.org/officeDocument/2006/relationships" id="2147483654" r:id="R68f1d6dbffaa4e4c"/>
    <p:sldLayoutId xmlns:r="http://schemas.openxmlformats.org/officeDocument/2006/relationships" id="2147483655" r:id="R92b1b8fa1e6242c4"/>
    <p:sldLayoutId xmlns:r="http://schemas.openxmlformats.org/officeDocument/2006/relationships" id="2147483656" r:id="Re2403b1d6f144472"/>
    <p:sldLayoutId xmlns:r="http://schemas.openxmlformats.org/officeDocument/2006/relationships" id="2147483657" r:id="Rbbdb6f0f00e341a0"/>
    <p:sldLayoutId xmlns:r="http://schemas.openxmlformats.org/officeDocument/2006/relationships" id="2147483658" r:id="R1ce7628f8bbc430c"/>
    <p:sldLayoutId xmlns:r="http://schemas.openxmlformats.org/officeDocument/2006/relationships" id="2147483659" r:id="Rf3ebdeb7158f4531"/>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19013b89285f4dcb" Type="http://schemas.openxmlformats.org/officeDocument/2006/relationships/notesSlide" Target="../notesSlides/notesSlide1.xml"/><Relationship Id="R80a276dd9e734090"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b33ca79a1af4425d" Type="http://schemas.openxmlformats.org/officeDocument/2006/relationships/slideLayout" Target="../slideLayouts/slideLayout1.xml"/><Relationship Id="Rea5cc1ce98554f5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36417b606aa5420d" Type="http://schemas.openxmlformats.org/officeDocument/2006/relationships/notesSlide" Target="../notesSlides/notesSlide3.xml"/><Relationship Id="R9a1ed0c8020e493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4ea1fe1363d84e84" Type="http://schemas.openxmlformats.org/officeDocument/2006/relationships/notesSlide" Target="../notesSlides/notesSlide4.xml"/><Relationship Id="Rfc55291c003143d9"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59c0b56a7b3745e0" Type="http://schemas.openxmlformats.org/officeDocument/2006/relationships/notesSlide" Target="../notesSlides/notesSlide5.xml"/><Relationship Id="R8b6e98a9448548e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cb67b4d23cc2490b" Type="http://schemas.openxmlformats.org/officeDocument/2006/relationships/notesSlide" Target="../notesSlides/notesSlide6.xml"/><Relationship Id="Rfed61cb464c049cd"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1d14ba43e6e34963" Type="http://schemas.openxmlformats.org/officeDocument/2006/relationships/slideLayout" Target="../slideLayouts/slideLayout1.xml"/><Relationship Id="R2e8acac63845436e"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FDFE59A0-C31D-4B16-8151-1619B5A306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3" name="Rectangle 13">
            <a:extLst xmlns:a="http://schemas.openxmlformats.org/drawingml/2006/main">
              <a:ext uri="{FF2B5EF4-FFF2-40B4-BE49-F238E27FC236}">
                <a16:creationId xmlns:a16="http://schemas.microsoft.com/office/drawing/2014/main" id="{53D9086F-6ACE-4FF8-9931-BCB0C2C1ADC6}"/>
              </a:ext>
            </a:extLst>
          </p:cNvPr>
          <p:cNvSpPr>
            <a:spLocks xmlns:a="http://schemas.openxmlformats.org/drawingml/2006/main" noGrp="1"/>
          </p:cNvSpPr>
          <p:nvPr/>
        </p:nvSpPr>
        <p:spPr>
          <a:xfrm xmlns:a="http://schemas.openxmlformats.org/drawingml/2006/main" rot="0" flipH="0" flipV="0">
            <a:off x="542925" y="2400396"/>
            <a:ext cx="49054" cy="1551146"/>
          </a:xfrm>
          <a:prstGeom xmlns:a="http://schemas.openxmlformats.org/drawingml/2006/main" prst="rect">
            <a:avLst/>
          </a:prstGeom>
          <a:solidFill xmlns:a="http://schemas.openxmlformats.org/drawingml/2006/main">
            <a:srgbClr val="00968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7" name="Line 17">
            <a:extLst xmlns:a="http://schemas.openxmlformats.org/drawingml/2006/main">
              <a:ext uri="{FF2B5EF4-FFF2-40B4-BE49-F238E27FC236}">
                <a16:creationId xmlns:a16="http://schemas.microsoft.com/office/drawing/2014/main" id="{E425BC38-79D9-4E74-A04D-23FD546201DF}"/>
              </a:ext>
            </a:extLst>
          </p:cNvPr>
          <p:cNvSpPr>
            <a:spLocks xmlns:a="http://schemas.openxmlformats.org/drawingml/2006/main" noGrp="1"/>
          </p:cNvSpPr>
          <p:nvPr/>
        </p:nvSpPr>
        <p:spPr>
          <a:xfrm xmlns:a="http://schemas.openxmlformats.org/drawingml/2006/main" rot="0" flipH="0" flipV="0">
            <a:off x="817245" y="3857302"/>
            <a:ext cx="7124700" cy="9750"/>
          </a:xfrm>
          <a:custGeom xmlns:a="http://schemas.openxmlformats.org/drawingml/2006/main">
            <a:rect l="l" t="t" r="r" b="b"/>
            <a:pathLst>
              <a:path w="7124700" h="9525">
                <a:moveTo>
                  <a:pt x="0" y="0"/>
                </a:moveTo>
                <a:lnTo>
                  <a:pt x="7124700" y="0"/>
                </a:lnTo>
              </a:path>
            </a:pathLst>
          </a:custGeom>
          <a:noFill xmlns:a="http://schemas.openxmlformats.org/drawingml/2006/main"/>
          <a:ln xmlns:a="http://schemas.openxmlformats.org/drawingml/2006/main" w="19050">
            <a:solidFill>
              <a:srgbClr val="DAE1E6"/>
            </a:solidFill>
          </a:ln>
        </p:spPr>
        <p:txBody>
          <a:bodyPr xmlns:a="http://schemas.openxmlformats.org/drawingml/2006/main"/>
          <a:lstStyle xmlns:a="http://schemas.openxmlformats.org/drawingml/2006/main"/>
          <a:p xmlns:a="http://schemas.openxmlformats.org/drawingml/2006/main">
            <a:endParaRPr/>
          </a:p>
        </p:txBody>
      </p:sp>
      <p:sp>
        <p:nvSpPr>
          <p:cNvPr id="20" name="TextBox 20">
            <a:extLst xmlns:a="http://schemas.openxmlformats.org/drawingml/2006/main">
              <a:ext uri="{FF2B5EF4-FFF2-40B4-BE49-F238E27FC236}">
                <a16:creationId xmlns:a16="http://schemas.microsoft.com/office/drawing/2014/main" id="{466C716F-56DB-4137-9D5D-0BE4FFC51CD3}"/>
              </a:ext>
            </a:extLst>
          </p:cNvPr>
          <p:cNvSpPr>
            <a:spLocks xmlns:a="http://schemas.openxmlformats.org/drawingml/2006/main" noGrp="1"/>
          </p:cNvSpPr>
          <p:nvPr/>
        </p:nvSpPr>
        <p:spPr>
          <a:xfrm xmlns:a="http://schemas.openxmlformats.org/drawingml/2006/main" rot="0" flipH="0" flipV="0">
            <a:off x="859155" y="5283518"/>
            <a:ext cx="112117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002D4C"/>
                </a:solidFill>
                <a:latin typeface="Arial"/>
                <a:ea typeface="Arial"/>
                <a:cs typeface="Arial"/>
              </a:rPr>
              <a:t>Kaihao Wang</a:t>
            </a:r>
          </a:p>
        </p:txBody>
      </p:sp>
      <p:sp>
        <p:nvSpPr>
          <p:cNvPr id="21" name="TextBox 21">
            <a:extLst xmlns:a="http://schemas.openxmlformats.org/drawingml/2006/main">
              <a:ext uri="{FF2B5EF4-FFF2-40B4-BE49-F238E27FC236}">
                <a16:creationId xmlns:a16="http://schemas.microsoft.com/office/drawing/2014/main" id="{C34C988E-58F6-4EA5-92AD-FB0AE4CCC395}"/>
              </a:ext>
            </a:extLst>
          </p:cNvPr>
          <p:cNvSpPr>
            <a:spLocks xmlns:a="http://schemas.openxmlformats.org/drawingml/2006/main" noGrp="1"/>
          </p:cNvSpPr>
          <p:nvPr/>
        </p:nvSpPr>
        <p:spPr>
          <a:xfrm xmlns:a="http://schemas.openxmlformats.org/drawingml/2006/main" rot="0" flipH="0" flipV="0">
            <a:off x="861060" y="5585460"/>
            <a:ext cx="2534793"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526671"/>
                </a:solidFill>
                <a:latin typeface="Arial"/>
                <a:ea typeface="Arial"/>
                <a:cs typeface="Arial"/>
              </a:rPr>
              <a:t>Master Thesis Progress Meeting</a:t>
            </a:r>
          </a:p>
        </p:txBody>
      </p:sp>
      <p:sp>
        <p:nvSpPr>
          <p:cNvPr id="22" name="TextBox 22">
            <a:extLst xmlns:a="http://schemas.openxmlformats.org/drawingml/2006/main">
              <a:ext uri="{FF2B5EF4-FFF2-40B4-BE49-F238E27FC236}">
                <a16:creationId xmlns:a16="http://schemas.microsoft.com/office/drawing/2014/main" id="{A0AB209E-4720-44F1-9F54-A67046CDCF81}"/>
              </a:ext>
            </a:extLst>
          </p:cNvPr>
          <p:cNvSpPr>
            <a:spLocks xmlns:a="http://schemas.openxmlformats.org/drawingml/2006/main" noGrp="1"/>
          </p:cNvSpPr>
          <p:nvPr/>
        </p:nvSpPr>
        <p:spPr>
          <a:xfrm xmlns:a="http://schemas.openxmlformats.org/drawingml/2006/main" rot="0" flipH="0" flipV="0">
            <a:off x="861060" y="5861685"/>
            <a:ext cx="17145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526671"/>
                </a:solidFill>
                <a:latin typeface="Arial"/>
                <a:ea typeface="Arial"/>
                <a:cs typeface="Arial"/>
              </a:rPr>
              <a:t>October 2026</a:t>
            </a:r>
          </a:p>
        </p:txBody>
      </p:sp>
      <p:sp>
        <p:nvSpPr>
          <p:cNvPr id="24" name="Line 24">
            <a:extLst xmlns:a="http://schemas.openxmlformats.org/drawingml/2006/main">
              <a:ext uri="{FF2B5EF4-FFF2-40B4-BE49-F238E27FC236}">
                <a16:creationId xmlns:a16="http://schemas.microsoft.com/office/drawing/2014/main" id="{7205C571-0725-49BA-8119-A968A84A3626}"/>
              </a:ext>
            </a:extLst>
          </p:cNvPr>
          <p:cNvSpPr>
            <a:spLocks xmlns:a="http://schemas.openxmlformats.org/drawingml/2006/main" noGrp="1"/>
          </p:cNvSpPr>
          <p:nvPr/>
        </p:nvSpPr>
        <p:spPr>
          <a:xfrm xmlns:a="http://schemas.openxmlformats.org/drawingml/2006/main" rot="0" flipH="0" flipV="0">
            <a:off x="552450" y="6419850"/>
            <a:ext cx="8172450" cy="9525"/>
          </a:xfrm>
          <a:custGeom xmlns:a="http://schemas.openxmlformats.org/drawingml/2006/main">
            <a:rect l="l" t="t" r="r" b="b"/>
            <a:pathLst>
              <a:path w="8172450" h="9525">
                <a:moveTo>
                  <a:pt x="0" y="0"/>
                </a:moveTo>
                <a:lnTo>
                  <a:pt x="8172450" y="0"/>
                </a:lnTo>
              </a:path>
            </a:pathLst>
          </a:custGeom>
          <a:noFill xmlns:a="http://schemas.openxmlformats.org/drawingml/2006/main"/>
          <a:ln xmlns:a="http://schemas.openxmlformats.org/drawingml/2006/main" w="9525">
            <a:solidFill>
              <a:srgbClr val="DAE1E6"/>
            </a:solidFill>
          </a:ln>
        </p:spPr>
        <p:txBody>
          <a:bodyPr xmlns:a="http://schemas.openxmlformats.org/drawingml/2006/main"/>
          <a:lstStyle xmlns:a="http://schemas.openxmlformats.org/drawingml/2006/main"/>
          <a:p xmlns:a="http://schemas.openxmlformats.org/drawingml/2006/main">
            <a:endParaRPr/>
          </a:p>
        </p:txBody>
      </p:sp>
      <p:sp>
        <p:nvSpPr>
          <p:cNvPr id="25" name="TextBox 25">
            <a:extLst xmlns:a="http://schemas.openxmlformats.org/drawingml/2006/main">
              <a:ext uri="{FF2B5EF4-FFF2-40B4-BE49-F238E27FC236}">
                <a16:creationId xmlns:a16="http://schemas.microsoft.com/office/drawing/2014/main" id="{FB674453-C5EF-4761-938D-4E0E3DA951AF}"/>
              </a:ext>
            </a:extLst>
          </p:cNvPr>
          <p:cNvSpPr>
            <a:spLocks xmlns:a="http://schemas.openxmlformats.org/drawingml/2006/main" noGrp="1"/>
          </p:cNvSpPr>
          <p:nvPr/>
        </p:nvSpPr>
        <p:spPr>
          <a:xfrm xmlns:a="http://schemas.openxmlformats.org/drawingml/2006/main" rot="0" flipH="0" flipV="0">
            <a:off x="542925" y="6586538"/>
            <a:ext cx="49054"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750">
                <a:solidFill>
                  <a:srgbClr val="768993"/>
                </a:solidFill>
                <a:latin typeface="Arial"/>
                <a:ea typeface="Arial"/>
                <a:cs typeface="Arial"/>
              </a:rPr>
              <a:t>1</a:t>
            </a:r>
          </a:p>
        </p:txBody>
      </p:sp>
      <p:sp>
        <p:nvSpPr>
          <p:cNvPr id="26" name="TextBox 26">
            <a:extLst xmlns:a="http://schemas.openxmlformats.org/drawingml/2006/main">
              <a:ext uri="{FF2B5EF4-FFF2-40B4-BE49-F238E27FC236}">
                <a16:creationId xmlns:a16="http://schemas.microsoft.com/office/drawing/2014/main" id="{F3BCAFCB-D78D-420F-9C5E-D9C0C32B3A82}"/>
              </a:ext>
            </a:extLst>
          </p:cNvPr>
          <p:cNvSpPr>
            <a:spLocks xmlns:a="http://schemas.openxmlformats.org/drawingml/2006/main" noGrp="1"/>
          </p:cNvSpPr>
          <p:nvPr/>
        </p:nvSpPr>
        <p:spPr>
          <a:xfrm xmlns:a="http://schemas.openxmlformats.org/drawingml/2006/main" rot="0" flipH="0" flipV="0">
            <a:off x="866775" y="6586538"/>
            <a:ext cx="574675"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750">
                <a:solidFill>
                  <a:srgbClr val="768993"/>
                </a:solidFill>
                <a:latin typeface="Arial"/>
                <a:ea typeface="Arial"/>
                <a:cs typeface="Arial"/>
              </a:rPr>
              <a:t>October 2026</a:t>
            </a:r>
          </a:p>
        </p:txBody>
      </p:sp>
      <p:sp>
        <p:nvSpPr>
          <p:cNvPr id="27" name="TextBox 27">
            <a:extLst xmlns:a="http://schemas.openxmlformats.org/drawingml/2006/main">
              <a:ext uri="{FF2B5EF4-FFF2-40B4-BE49-F238E27FC236}">
                <a16:creationId xmlns:a16="http://schemas.microsoft.com/office/drawing/2014/main" id="{372119FB-BDDC-4D8E-B019-08B8401B27C0}"/>
              </a:ext>
            </a:extLst>
          </p:cNvPr>
          <p:cNvSpPr>
            <a:spLocks xmlns:a="http://schemas.openxmlformats.org/drawingml/2006/main" noGrp="1"/>
          </p:cNvSpPr>
          <p:nvPr/>
        </p:nvSpPr>
        <p:spPr>
          <a:xfrm xmlns:a="http://schemas.openxmlformats.org/drawingml/2006/main" rot="0" flipH="0" flipV="0">
            <a:off x="6753225" y="6586538"/>
            <a:ext cx="1954292"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750">
                <a:solidFill>
                  <a:srgbClr val="768993"/>
                </a:solidFill>
                <a:latin typeface="Arial"/>
                <a:ea typeface="Arial"/>
                <a:cs typeface="Arial"/>
              </a:rPr>
              <a:t>Kaihao Wang — KG Agent Progress Update</a:t>
            </a:r>
          </a:p>
        </p:txBody>
      </p:sp>
      <p:sp>
        <p:nvSpPr>
          <p:cNvPr id="30" name="Freihandform: Form 9">
            <a:extLst xmlns:a="http://schemas.openxmlformats.org/drawingml/2006/main">
              <a:ext uri="{FF2B5EF4-FFF2-40B4-BE49-F238E27FC236}">
                <a16:creationId xmlns:a16="http://schemas.microsoft.com/office/drawing/2014/main" id="{F10BAF60-06E0-DED9-4915-F8B5F725E58E}"/>
              </a:ext>
            </a:extLst>
          </p:cNvPr>
          <p:cNvSpPr>
            <a:spLocks xmlns:a="http://schemas.openxmlformats.org/drawingml/2006/main" noGrp="1"/>
          </p:cNvSpPr>
          <p:nvPr/>
        </p:nvSpPr>
        <p:spPr>
          <a:xfrm xmlns:a="http://schemas.openxmlformats.org/drawingml/2006/main" rot="0" flipH="0" flipV="0">
            <a:off x="5535052" y="1240589"/>
            <a:ext cx="887197" cy="439200"/>
          </a:xfrm>
          <a:custGeom xmlns:a="http://schemas.openxmlformats.org/drawingml/2006/main">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xmlns:a="http://schemas.openxmlformats.org/drawingml/2006/main">
            <a:srgbClr val="000000"/>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31" name="Freihandform: Form 10">
            <a:extLst xmlns:a="http://schemas.openxmlformats.org/drawingml/2006/main">
              <a:ext uri="{FF2B5EF4-FFF2-40B4-BE49-F238E27FC236}">
                <a16:creationId xmlns:a16="http://schemas.microsoft.com/office/drawing/2014/main" id="{53EC4E50-0CA1-EC84-6337-4918EE7BB930}"/>
              </a:ext>
            </a:extLst>
          </p:cNvPr>
          <p:cNvSpPr>
            <a:spLocks xmlns:a="http://schemas.openxmlformats.org/drawingml/2006/main" noGrp="1"/>
          </p:cNvSpPr>
          <p:nvPr/>
        </p:nvSpPr>
        <p:spPr>
          <a:xfrm xmlns:a="http://schemas.openxmlformats.org/drawingml/2006/main" rot="0" flipH="0" flipV="0">
            <a:off x="5198250" y="1281566"/>
            <a:ext cx="443568" cy="397784"/>
          </a:xfrm>
          <a:custGeom xmlns:a="http://schemas.openxmlformats.org/drawingml/2006/main">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xmlns:a="http://schemas.openxmlformats.org/drawingml/2006/main">
            <a:srgbClr val="00968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32" name="">
            <a:extLst xmlns:a="http://schemas.openxmlformats.org/drawingml/2006/main">
              <a:ext uri="{FF2B5EF4-FFF2-40B4-BE49-F238E27FC236}">
                <a16:creationId xmlns:a16="http://schemas.microsoft.com/office/drawing/2014/main" id="{B20D130C-4E52-419A-9D4F-24E6F32FA3E4}"/>
              </a:ext>
            </a:extLst>
          </p:cNvPr>
          <p:cNvSpPr>
            <a:spLocks xmlns:a="http://schemas.openxmlformats.org/drawingml/2006/main" noGrp="1"/>
          </p:cNvSpPr>
          <p:nvPr/>
        </p:nvSpPr>
        <p:spPr>
          <a:xfrm xmlns:a="http://schemas.openxmlformats.org/drawingml/2006/main">
            <a:off x="817245" y="2524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00" b="0">
                <a:solidFill>
                  <a:srgbClr val="002D4C"/>
                </a:solidFill>
                <a:latin typeface="Franklin Gothic Medium"/>
                <a:ea typeface="Franklin Gothic Medium"/>
                <a:cs typeface="Franklin Gothic Medium"/>
              </a:defRPr>
            </a:defPPr>
            <a:lvl1pPr>
              <a:defRPr sz="3900" b="0">
                <a:solidFill>
                  <a:srgbClr val="002D4C"/>
                </a:solidFill>
                <a:latin typeface="Franklin Gothic Medium"/>
                <a:ea typeface="Franklin Gothic Medium"/>
                <a:cs typeface="Franklin Gothic Medium"/>
              </a:defRPr>
            </a:lvl1pPr>
            <a:lvl2pPr>
              <a:defRPr sz="3900" b="0">
                <a:solidFill>
                  <a:srgbClr val="002D4C"/>
                </a:solidFill>
                <a:latin typeface="Franklin Gothic Medium"/>
                <a:ea typeface="Franklin Gothic Medium"/>
                <a:cs typeface="Franklin Gothic Medium"/>
              </a:defRPr>
            </a:lvl2pPr>
            <a:lvl3pPr>
              <a:defRPr sz="3900" b="0">
                <a:solidFill>
                  <a:srgbClr val="002D4C"/>
                </a:solidFill>
                <a:latin typeface="Franklin Gothic Medium"/>
                <a:ea typeface="Franklin Gothic Medium"/>
                <a:cs typeface="Franklin Gothic Medium"/>
              </a:defRPr>
            </a:lvl3pPr>
            <a:lvl4pPr>
              <a:defRPr sz="3900" b="0">
                <a:solidFill>
                  <a:srgbClr val="002D4C"/>
                </a:solidFill>
                <a:latin typeface="Franklin Gothic Medium"/>
                <a:ea typeface="Franklin Gothic Medium"/>
                <a:cs typeface="Franklin Gothic Medium"/>
              </a:defRPr>
            </a:lvl4pPr>
            <a:lvl5pPr>
              <a:defRPr sz="3900" b="0">
                <a:solidFill>
                  <a:srgbClr val="002D4C"/>
                </a:solidFill>
                <a:latin typeface="Franklin Gothic Medium"/>
                <a:ea typeface="Franklin Gothic Medium"/>
                <a:cs typeface="Franklin Gothic Medium"/>
              </a:defRPr>
            </a:lvl5pPr>
            <a:lvl6pPr>
              <a:defRPr sz="3900" b="0">
                <a:solidFill>
                  <a:srgbClr val="002D4C"/>
                </a:solidFill>
                <a:latin typeface="Franklin Gothic Medium"/>
                <a:ea typeface="Franklin Gothic Medium"/>
                <a:cs typeface="Franklin Gothic Medium"/>
              </a:defRPr>
            </a:lvl6pPr>
            <a:lvl7pPr>
              <a:defRPr sz="3900" b="0">
                <a:solidFill>
                  <a:srgbClr val="002D4C"/>
                </a:solidFill>
                <a:latin typeface="Franklin Gothic Medium"/>
                <a:ea typeface="Franklin Gothic Medium"/>
                <a:cs typeface="Franklin Gothic Medium"/>
              </a:defRPr>
            </a:lvl7pPr>
            <a:lvl8pPr>
              <a:defRPr sz="3900" b="0">
                <a:solidFill>
                  <a:srgbClr val="002D4C"/>
                </a:solidFill>
                <a:latin typeface="Franklin Gothic Medium"/>
                <a:ea typeface="Franklin Gothic Medium"/>
                <a:cs typeface="Franklin Gothic Medium"/>
              </a:defRPr>
            </a:lvl8pPr>
            <a:lvl9pPr>
              <a:defRPr sz="3900" b="0">
                <a:solidFill>
                  <a:srgbClr val="002D4C"/>
                </a:solidFill>
                <a:latin typeface="Franklin Gothic Medium"/>
                <a:ea typeface="Franklin Gothic Medium"/>
                <a:cs typeface="Franklin Gothic Medium"/>
              </a:defRPr>
            </a:lvl9pPr>
          </a:lstStyle>
          <a:p xmlns:a="http://schemas.openxmlformats.org/drawingml/2006/main">
            <a:pPr>
              <a:defRPr sz="3900" b="0">
                <a:solidFill>
                  <a:srgbClr val="002D4C"/>
                </a:solidFill>
                <a:latin typeface="Franklin Gothic Medium"/>
                <a:ea typeface="Franklin Gothic Medium"/>
                <a:cs typeface="Franklin Gothic Medium"/>
              </a:defRPr>
            </a:pPr>
            <a:r>
              <a:rPr sz="3900" b="0">
                <a:solidFill>
                  <a:srgbClr val="002D4C"/>
                </a:solidFill>
                <a:latin typeface="Franklin Gothic Medium"/>
                <a:ea typeface="Franklin Gothic Medium"/>
                <a:cs typeface="Franklin Gothic Medium"/>
              </a:rPr>
              <a:t>KG Agent Evaluation</a:t>
            </a:r>
          </a:p>
        </p:txBody>
      </p:sp>
      <p:sp>
        <p:nvSpPr>
          <p:cNvPr id="33" name="">
            <a:extLst xmlns:a="http://schemas.openxmlformats.org/drawingml/2006/main">
              <a:ext uri="{FF2B5EF4-FFF2-40B4-BE49-F238E27FC236}">
                <a16:creationId xmlns:a16="http://schemas.microsoft.com/office/drawing/2014/main" id="{5EEFE8F3-DDF8-4B55-8404-F684E7DE7EAA}"/>
              </a:ext>
            </a:extLst>
          </p:cNvPr>
          <p:cNvSpPr>
            <a:spLocks xmlns:a="http://schemas.openxmlformats.org/drawingml/2006/main" noGrp="1"/>
          </p:cNvSpPr>
          <p:nvPr/>
        </p:nvSpPr>
        <p:spPr>
          <a:xfrm xmlns:a="http://schemas.openxmlformats.org/drawingml/2006/main">
            <a:off x="817245" y="31527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0">
                <a:solidFill>
                  <a:srgbClr val="002D4C"/>
                </a:solidFill>
                <a:latin typeface="Franklin Gothic Medium"/>
                <a:ea typeface="Franklin Gothic Medium"/>
                <a:cs typeface="Franklin Gothic Medium"/>
              </a:defRPr>
            </a:defPPr>
            <a:lvl1pPr>
              <a:defRPr sz="3600" b="0">
                <a:solidFill>
                  <a:srgbClr val="002D4C"/>
                </a:solidFill>
                <a:latin typeface="Franklin Gothic Medium"/>
                <a:ea typeface="Franklin Gothic Medium"/>
                <a:cs typeface="Franklin Gothic Medium"/>
              </a:defRPr>
            </a:lvl1pPr>
            <a:lvl2pPr>
              <a:defRPr sz="3600" b="0">
                <a:solidFill>
                  <a:srgbClr val="002D4C"/>
                </a:solidFill>
                <a:latin typeface="Franklin Gothic Medium"/>
                <a:ea typeface="Franklin Gothic Medium"/>
                <a:cs typeface="Franklin Gothic Medium"/>
              </a:defRPr>
            </a:lvl2pPr>
            <a:lvl3pPr>
              <a:defRPr sz="3600" b="0">
                <a:solidFill>
                  <a:srgbClr val="002D4C"/>
                </a:solidFill>
                <a:latin typeface="Franklin Gothic Medium"/>
                <a:ea typeface="Franklin Gothic Medium"/>
                <a:cs typeface="Franklin Gothic Medium"/>
              </a:defRPr>
            </a:lvl3pPr>
            <a:lvl4pPr>
              <a:defRPr sz="3600" b="0">
                <a:solidFill>
                  <a:srgbClr val="002D4C"/>
                </a:solidFill>
                <a:latin typeface="Franklin Gothic Medium"/>
                <a:ea typeface="Franklin Gothic Medium"/>
                <a:cs typeface="Franklin Gothic Medium"/>
              </a:defRPr>
            </a:lvl4pPr>
            <a:lvl5pPr>
              <a:defRPr sz="3600" b="0">
                <a:solidFill>
                  <a:srgbClr val="002D4C"/>
                </a:solidFill>
                <a:latin typeface="Franklin Gothic Medium"/>
                <a:ea typeface="Franklin Gothic Medium"/>
                <a:cs typeface="Franklin Gothic Medium"/>
              </a:defRPr>
            </a:lvl5pPr>
            <a:lvl6pPr>
              <a:defRPr sz="3600" b="0">
                <a:solidFill>
                  <a:srgbClr val="002D4C"/>
                </a:solidFill>
                <a:latin typeface="Franklin Gothic Medium"/>
                <a:ea typeface="Franklin Gothic Medium"/>
                <a:cs typeface="Franklin Gothic Medium"/>
              </a:defRPr>
            </a:lvl6pPr>
            <a:lvl7pPr>
              <a:defRPr sz="3600" b="0">
                <a:solidFill>
                  <a:srgbClr val="002D4C"/>
                </a:solidFill>
                <a:latin typeface="Franklin Gothic Medium"/>
                <a:ea typeface="Franklin Gothic Medium"/>
                <a:cs typeface="Franklin Gothic Medium"/>
              </a:defRPr>
            </a:lvl7pPr>
            <a:lvl8pPr>
              <a:defRPr sz="3600" b="0">
                <a:solidFill>
                  <a:srgbClr val="002D4C"/>
                </a:solidFill>
                <a:latin typeface="Franklin Gothic Medium"/>
                <a:ea typeface="Franklin Gothic Medium"/>
                <a:cs typeface="Franklin Gothic Medium"/>
              </a:defRPr>
            </a:lvl8pPr>
            <a:lvl9pPr>
              <a:defRPr sz="3600" b="0">
                <a:solidFill>
                  <a:srgbClr val="002D4C"/>
                </a:solidFill>
                <a:latin typeface="Franklin Gothic Medium"/>
                <a:ea typeface="Franklin Gothic Medium"/>
                <a:cs typeface="Franklin Gothic Medium"/>
              </a:defRPr>
            </a:lvl9pPr>
          </a:lstStyle>
          <a:p xmlns:a="http://schemas.openxmlformats.org/drawingml/2006/main">
            <a:pPr>
              <a:defRPr sz="3600" b="0">
                <a:solidFill>
                  <a:srgbClr val="002D4C"/>
                </a:solidFill>
                <a:latin typeface="Franklin Gothic Medium"/>
                <a:ea typeface="Franklin Gothic Medium"/>
                <a:cs typeface="Franklin Gothic Medium"/>
              </a:defRPr>
            </a:pPr>
            <a:r>
              <a:rPr sz="3600" b="0">
                <a:solidFill>
                  <a:srgbClr val="002D4C"/>
                </a:solidFill>
                <a:latin typeface="Franklin Gothic Medium"/>
                <a:ea typeface="Franklin Gothic Medium"/>
                <a:cs typeface="Franklin Gothic Medium"/>
              </a:rPr>
              <a:t>Results and Analysis</a:t>
            </a:r>
          </a:p>
        </p:txBody>
      </p:sp>
      <p:sp>
        <p:nvSpPr>
          <p:cNvPr id="34" name="">
            <a:extLst xmlns:a="http://schemas.openxmlformats.org/drawingml/2006/main">
              <a:ext uri="{FF2B5EF4-FFF2-40B4-BE49-F238E27FC236}">
                <a16:creationId xmlns:a16="http://schemas.microsoft.com/office/drawing/2014/main" id="{BD94E734-1C71-4FF3-84F0-33D36DB8C73C}"/>
              </a:ext>
            </a:extLst>
          </p:cNvPr>
          <p:cNvSpPr>
            <a:spLocks xmlns:a="http://schemas.openxmlformats.org/drawingml/2006/main" noGrp="1"/>
          </p:cNvSpPr>
          <p:nvPr/>
        </p:nvSpPr>
        <p:spPr>
          <a:xfrm xmlns:a="http://schemas.openxmlformats.org/drawingml/2006/main">
            <a:off x="817245" y="4143375"/>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26671"/>
                </a:solidFill>
                <a:latin typeface="Arial"/>
                <a:ea typeface="Arial"/>
                <a:cs typeface="Arial"/>
              </a:defRPr>
            </a:defPPr>
            <a:lvl1pPr>
              <a:defRPr sz="1800" b="0">
                <a:solidFill>
                  <a:srgbClr val="526671"/>
                </a:solidFill>
                <a:latin typeface="Arial"/>
                <a:ea typeface="Arial"/>
                <a:cs typeface="Arial"/>
              </a:defRPr>
            </a:lvl1pPr>
            <a:lvl2pPr>
              <a:defRPr sz="1800" b="0">
                <a:solidFill>
                  <a:srgbClr val="526671"/>
                </a:solidFill>
                <a:latin typeface="Arial"/>
                <a:ea typeface="Arial"/>
                <a:cs typeface="Arial"/>
              </a:defRPr>
            </a:lvl2pPr>
            <a:lvl3pPr>
              <a:defRPr sz="1800" b="0">
                <a:solidFill>
                  <a:srgbClr val="526671"/>
                </a:solidFill>
                <a:latin typeface="Arial"/>
                <a:ea typeface="Arial"/>
                <a:cs typeface="Arial"/>
              </a:defRPr>
            </a:lvl3pPr>
            <a:lvl4pPr>
              <a:defRPr sz="1800" b="0">
                <a:solidFill>
                  <a:srgbClr val="526671"/>
                </a:solidFill>
                <a:latin typeface="Arial"/>
                <a:ea typeface="Arial"/>
                <a:cs typeface="Arial"/>
              </a:defRPr>
            </a:lvl4pPr>
            <a:lvl5pPr>
              <a:defRPr sz="1800" b="0">
                <a:solidFill>
                  <a:srgbClr val="526671"/>
                </a:solidFill>
                <a:latin typeface="Arial"/>
                <a:ea typeface="Arial"/>
                <a:cs typeface="Arial"/>
              </a:defRPr>
            </a:lvl5pPr>
            <a:lvl6pPr>
              <a:defRPr sz="1800" b="0">
                <a:solidFill>
                  <a:srgbClr val="526671"/>
                </a:solidFill>
                <a:latin typeface="Arial"/>
                <a:ea typeface="Arial"/>
                <a:cs typeface="Arial"/>
              </a:defRPr>
            </a:lvl6pPr>
            <a:lvl7pPr>
              <a:defRPr sz="1800" b="0">
                <a:solidFill>
                  <a:srgbClr val="526671"/>
                </a:solidFill>
                <a:latin typeface="Arial"/>
                <a:ea typeface="Arial"/>
                <a:cs typeface="Arial"/>
              </a:defRPr>
            </a:lvl7pPr>
            <a:lvl8pPr>
              <a:defRPr sz="1800" b="0">
                <a:solidFill>
                  <a:srgbClr val="526671"/>
                </a:solidFill>
                <a:latin typeface="Arial"/>
                <a:ea typeface="Arial"/>
                <a:cs typeface="Arial"/>
              </a:defRPr>
            </a:lvl8pPr>
            <a:lvl9pPr>
              <a:defRPr sz="1800" b="0">
                <a:solidFill>
                  <a:srgbClr val="526671"/>
                </a:solidFill>
                <a:latin typeface="Arial"/>
                <a:ea typeface="Arial"/>
                <a:cs typeface="Arial"/>
              </a:defRPr>
            </a:lvl9pPr>
          </a:lstStyle>
          <a:p xmlns:a="http://schemas.openxmlformats.org/drawingml/2006/main">
            <a:pPr>
              <a:defRPr sz="1800" b="0">
                <a:solidFill>
                  <a:srgbClr val="526671"/>
                </a:solidFill>
                <a:latin typeface="Arial"/>
                <a:ea typeface="Arial"/>
                <a:cs typeface="Arial"/>
              </a:defRPr>
            </a:pPr>
            <a:r>
              <a:rPr sz="1800" b="0">
                <a:solidFill>
                  <a:srgbClr val="526671"/>
                </a:solidFill>
                <a:latin typeface="Arial"/>
                <a:ea typeface="Arial"/>
                <a:cs typeface="Arial"/>
              </a:rPr>
              <a:t>GTSQA · GTSQA_UA · CRLT</a:t>
            </a:r>
          </a:p>
        </p:txBody>
      </p:sp>
    </p:spTree>
    <p:extLst>
      <p:ext uri="{BB962C8B-B14F-4D97-AF65-F5344CB8AC3E}">
        <p14:creationId xmlns:p14="http://schemas.microsoft.com/office/powerpoint/2010/main" val="105453115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1A1293-D73B-45EA-8FE8-50FA3356D13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96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ADA9B8-D2B9-40F9-9D71-C4B902D7D9DC}"/>
              </a:ext>
            </a:extLst>
          </p:cNvPr>
          <p:cNvSpPr>
            <a:spLocks xmlns:a="http://schemas.openxmlformats.org/drawingml/2006/main" noGrp="1"/>
          </p:cNvSpPr>
          <p:nvPr/>
        </p:nvSpPr>
        <p:spPr>
          <a:xfrm xmlns:a="http://schemas.openxmlformats.org/drawingml/2006/main">
            <a:off x="590550" y="323850"/>
            <a:ext cx="11010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002D4C"/>
                </a:solidFill>
                <a:latin typeface="Franklin Gothic Medium"/>
                <a:ea typeface="Franklin Gothic Medium"/>
                <a:cs typeface="Franklin Gothic Medium"/>
              </a:defRPr>
            </a:defPPr>
            <a:lvl1pPr>
              <a:defRPr sz="2550" b="0">
                <a:solidFill>
                  <a:srgbClr val="002D4C"/>
                </a:solidFill>
                <a:latin typeface="Franklin Gothic Medium"/>
                <a:ea typeface="Franklin Gothic Medium"/>
                <a:cs typeface="Franklin Gothic Medium"/>
              </a:defRPr>
            </a:lvl1pPr>
            <a:lvl2pPr>
              <a:defRPr sz="2550" b="0">
                <a:solidFill>
                  <a:srgbClr val="002D4C"/>
                </a:solidFill>
                <a:latin typeface="Franklin Gothic Medium"/>
                <a:ea typeface="Franklin Gothic Medium"/>
                <a:cs typeface="Franklin Gothic Medium"/>
              </a:defRPr>
            </a:lvl2pPr>
            <a:lvl3pPr>
              <a:defRPr sz="2550" b="0">
                <a:solidFill>
                  <a:srgbClr val="002D4C"/>
                </a:solidFill>
                <a:latin typeface="Franklin Gothic Medium"/>
                <a:ea typeface="Franklin Gothic Medium"/>
                <a:cs typeface="Franklin Gothic Medium"/>
              </a:defRPr>
            </a:lvl3pPr>
            <a:lvl4pPr>
              <a:defRPr sz="2550" b="0">
                <a:solidFill>
                  <a:srgbClr val="002D4C"/>
                </a:solidFill>
                <a:latin typeface="Franklin Gothic Medium"/>
                <a:ea typeface="Franklin Gothic Medium"/>
                <a:cs typeface="Franklin Gothic Medium"/>
              </a:defRPr>
            </a:lvl4pPr>
            <a:lvl5pPr>
              <a:defRPr sz="2550" b="0">
                <a:solidFill>
                  <a:srgbClr val="002D4C"/>
                </a:solidFill>
                <a:latin typeface="Franklin Gothic Medium"/>
                <a:ea typeface="Franklin Gothic Medium"/>
                <a:cs typeface="Franklin Gothic Medium"/>
              </a:defRPr>
            </a:lvl5pPr>
            <a:lvl6pPr>
              <a:defRPr sz="2550" b="0">
                <a:solidFill>
                  <a:srgbClr val="002D4C"/>
                </a:solidFill>
                <a:latin typeface="Franklin Gothic Medium"/>
                <a:ea typeface="Franklin Gothic Medium"/>
                <a:cs typeface="Franklin Gothic Medium"/>
              </a:defRPr>
            </a:lvl6pPr>
            <a:lvl7pPr>
              <a:defRPr sz="2550" b="0">
                <a:solidFill>
                  <a:srgbClr val="002D4C"/>
                </a:solidFill>
                <a:latin typeface="Franklin Gothic Medium"/>
                <a:ea typeface="Franklin Gothic Medium"/>
                <a:cs typeface="Franklin Gothic Medium"/>
              </a:defRPr>
            </a:lvl7pPr>
            <a:lvl8pPr>
              <a:defRPr sz="2550" b="0">
                <a:solidFill>
                  <a:srgbClr val="002D4C"/>
                </a:solidFill>
                <a:latin typeface="Franklin Gothic Medium"/>
                <a:ea typeface="Franklin Gothic Medium"/>
                <a:cs typeface="Franklin Gothic Medium"/>
              </a:defRPr>
            </a:lvl8pPr>
            <a:lvl9pPr>
              <a:defRPr sz="2550" b="0">
                <a:solidFill>
                  <a:srgbClr val="002D4C"/>
                </a:solidFill>
                <a:latin typeface="Franklin Gothic Medium"/>
                <a:ea typeface="Franklin Gothic Medium"/>
                <a:cs typeface="Franklin Gothic Medium"/>
              </a:defRPr>
            </a:lvl9pPr>
          </a:lstStyle>
          <a:p xmlns:a="http://schemas.openxmlformats.org/drawingml/2006/main">
            <a:pPr>
              <a:defRPr sz="2550" b="0">
                <a:solidFill>
                  <a:srgbClr val="002D4C"/>
                </a:solidFill>
                <a:latin typeface="Franklin Gothic Medium"/>
                <a:ea typeface="Franklin Gothic Medium"/>
                <a:cs typeface="Franklin Gothic Medium"/>
              </a:defRPr>
            </a:pPr>
            <a:r>
              <a:rPr sz="2550" b="0">
                <a:solidFill>
                  <a:srgbClr val="002D4C"/>
                </a:solidFill>
                <a:latin typeface="Franklin Gothic Medium"/>
                <a:ea typeface="Franklin Gothic Medium"/>
                <a:cs typeface="Franklin Gothic Medium"/>
              </a:rPr>
              <a:t>Evaluation Setup and Metrics</a:t>
            </a:r>
          </a:p>
        </p:txBody>
      </p:sp>
      <p:sp>
        <p:nvSpPr>
          <p:cNvPr id="3" name="">
            <a:extLst xmlns:a="http://schemas.openxmlformats.org/drawingml/2006/main">
              <a:ext uri="{FF2B5EF4-FFF2-40B4-BE49-F238E27FC236}">
                <a16:creationId xmlns:a16="http://schemas.microsoft.com/office/drawing/2014/main" id="{D63B7B4B-AB59-4943-BB01-4813D8249AA1}"/>
              </a:ext>
            </a:extLst>
          </p:cNvPr>
          <p:cNvSpPr>
            <a:spLocks xmlns:a="http://schemas.openxmlformats.org/drawingml/2006/main" noGrp="1"/>
          </p:cNvSpPr>
          <p:nvPr/>
        </p:nvSpPr>
        <p:spPr>
          <a:xfrm xmlns:a="http://schemas.openxmlformats.org/drawingml/2006/main">
            <a:off x="590550" y="65532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768993"/>
                </a:solidFill>
                <a:latin typeface="Arial"/>
                <a:ea typeface="Arial"/>
                <a:cs typeface="Arial"/>
              </a:defRPr>
            </a:defPPr>
            <a:lvl1pPr>
              <a:defRPr sz="750" b="0">
                <a:solidFill>
                  <a:srgbClr val="768993"/>
                </a:solidFill>
                <a:latin typeface="Arial"/>
                <a:ea typeface="Arial"/>
                <a:cs typeface="Arial"/>
              </a:defRPr>
            </a:lvl1pPr>
            <a:lvl2pPr>
              <a:defRPr sz="750" b="0">
                <a:solidFill>
                  <a:srgbClr val="768993"/>
                </a:solidFill>
                <a:latin typeface="Arial"/>
                <a:ea typeface="Arial"/>
                <a:cs typeface="Arial"/>
              </a:defRPr>
            </a:lvl2pPr>
            <a:lvl3pPr>
              <a:defRPr sz="750" b="0">
                <a:solidFill>
                  <a:srgbClr val="768993"/>
                </a:solidFill>
                <a:latin typeface="Arial"/>
                <a:ea typeface="Arial"/>
                <a:cs typeface="Arial"/>
              </a:defRPr>
            </a:lvl3pPr>
            <a:lvl4pPr>
              <a:defRPr sz="750" b="0">
                <a:solidFill>
                  <a:srgbClr val="768993"/>
                </a:solidFill>
                <a:latin typeface="Arial"/>
                <a:ea typeface="Arial"/>
                <a:cs typeface="Arial"/>
              </a:defRPr>
            </a:lvl4pPr>
            <a:lvl5pPr>
              <a:defRPr sz="750" b="0">
                <a:solidFill>
                  <a:srgbClr val="768993"/>
                </a:solidFill>
                <a:latin typeface="Arial"/>
                <a:ea typeface="Arial"/>
                <a:cs typeface="Arial"/>
              </a:defRPr>
            </a:lvl5pPr>
            <a:lvl6pPr>
              <a:defRPr sz="750" b="0">
                <a:solidFill>
                  <a:srgbClr val="768993"/>
                </a:solidFill>
                <a:latin typeface="Arial"/>
                <a:ea typeface="Arial"/>
                <a:cs typeface="Arial"/>
              </a:defRPr>
            </a:lvl6pPr>
            <a:lvl7pPr>
              <a:defRPr sz="750" b="0">
                <a:solidFill>
                  <a:srgbClr val="768993"/>
                </a:solidFill>
                <a:latin typeface="Arial"/>
                <a:ea typeface="Arial"/>
                <a:cs typeface="Arial"/>
              </a:defRPr>
            </a:lvl7pPr>
            <a:lvl8pPr>
              <a:defRPr sz="750" b="0">
                <a:solidFill>
                  <a:srgbClr val="768993"/>
                </a:solidFill>
                <a:latin typeface="Arial"/>
                <a:ea typeface="Arial"/>
                <a:cs typeface="Arial"/>
              </a:defRPr>
            </a:lvl8pPr>
            <a:lvl9pPr>
              <a:defRPr sz="750" b="0">
                <a:solidFill>
                  <a:srgbClr val="768993"/>
                </a:solidFill>
                <a:latin typeface="Arial"/>
                <a:ea typeface="Arial"/>
                <a:cs typeface="Arial"/>
              </a:defRPr>
            </a:lvl9pPr>
          </a:lstStyle>
          <a:p xmlns:a="http://schemas.openxmlformats.org/drawingml/2006/main">
            <a:pPr>
              <a:defRPr sz="750" b="0">
                <a:solidFill>
                  <a:srgbClr val="768993"/>
                </a:solidFill>
                <a:latin typeface="Arial"/>
                <a:ea typeface="Arial"/>
                <a:cs typeface="Arial"/>
              </a:defRPr>
            </a:pPr>
            <a:r>
              <a:rPr sz="750" b="0">
                <a:solidFill>
                  <a:srgbClr val="768993"/>
                </a:solidFill>
                <a:latin typeface="Arial"/>
                <a:ea typeface="Arial"/>
                <a:cs typeface="Arial"/>
              </a:rPr>
              <a:t>KG Agent Master Thesis · Progress Update</a:t>
            </a:r>
          </a:p>
        </p:txBody>
      </p:sp>
      <p:sp>
        <p:nvSpPr>
          <p:cNvPr id="4" name="">
            <a:extLst xmlns:a="http://schemas.openxmlformats.org/drawingml/2006/main">
              <a:ext uri="{FF2B5EF4-FFF2-40B4-BE49-F238E27FC236}">
                <a16:creationId xmlns:a16="http://schemas.microsoft.com/office/drawing/2014/main" id="{B88F2D80-2234-4767-A9F1-7CABCA16BD83}"/>
              </a:ext>
            </a:extLst>
          </p:cNvPr>
          <p:cNvSpPr>
            <a:spLocks xmlns:a="http://schemas.openxmlformats.org/drawingml/2006/main" noGrp="1"/>
          </p:cNvSpPr>
          <p:nvPr/>
        </p:nvSpPr>
        <p:spPr>
          <a:xfrm xmlns:a="http://schemas.openxmlformats.org/drawingml/2006/main">
            <a:off x="10668000" y="65532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768993"/>
                </a:solidFill>
                <a:latin typeface="Arial"/>
                <a:ea typeface="Arial"/>
                <a:cs typeface="Arial"/>
              </a:defRPr>
            </a:defPPr>
            <a:lvl1pPr>
              <a:defRPr sz="750" b="0">
                <a:solidFill>
                  <a:srgbClr val="768993"/>
                </a:solidFill>
                <a:latin typeface="Arial"/>
                <a:ea typeface="Arial"/>
                <a:cs typeface="Arial"/>
              </a:defRPr>
            </a:lvl1pPr>
            <a:lvl2pPr>
              <a:defRPr sz="750" b="0">
                <a:solidFill>
                  <a:srgbClr val="768993"/>
                </a:solidFill>
                <a:latin typeface="Arial"/>
                <a:ea typeface="Arial"/>
                <a:cs typeface="Arial"/>
              </a:defRPr>
            </a:lvl2pPr>
            <a:lvl3pPr>
              <a:defRPr sz="750" b="0">
                <a:solidFill>
                  <a:srgbClr val="768993"/>
                </a:solidFill>
                <a:latin typeface="Arial"/>
                <a:ea typeface="Arial"/>
                <a:cs typeface="Arial"/>
              </a:defRPr>
            </a:lvl3pPr>
            <a:lvl4pPr>
              <a:defRPr sz="750" b="0">
                <a:solidFill>
                  <a:srgbClr val="768993"/>
                </a:solidFill>
                <a:latin typeface="Arial"/>
                <a:ea typeface="Arial"/>
                <a:cs typeface="Arial"/>
              </a:defRPr>
            </a:lvl4pPr>
            <a:lvl5pPr>
              <a:defRPr sz="750" b="0">
                <a:solidFill>
                  <a:srgbClr val="768993"/>
                </a:solidFill>
                <a:latin typeface="Arial"/>
                <a:ea typeface="Arial"/>
                <a:cs typeface="Arial"/>
              </a:defRPr>
            </a:lvl5pPr>
            <a:lvl6pPr>
              <a:defRPr sz="750" b="0">
                <a:solidFill>
                  <a:srgbClr val="768993"/>
                </a:solidFill>
                <a:latin typeface="Arial"/>
                <a:ea typeface="Arial"/>
                <a:cs typeface="Arial"/>
              </a:defRPr>
            </a:lvl6pPr>
            <a:lvl7pPr>
              <a:defRPr sz="750" b="0">
                <a:solidFill>
                  <a:srgbClr val="768993"/>
                </a:solidFill>
                <a:latin typeface="Arial"/>
                <a:ea typeface="Arial"/>
                <a:cs typeface="Arial"/>
              </a:defRPr>
            </a:lvl7pPr>
            <a:lvl8pPr>
              <a:defRPr sz="750" b="0">
                <a:solidFill>
                  <a:srgbClr val="768993"/>
                </a:solidFill>
                <a:latin typeface="Arial"/>
                <a:ea typeface="Arial"/>
                <a:cs typeface="Arial"/>
              </a:defRPr>
            </a:lvl8pPr>
            <a:lvl9pPr>
              <a:defRPr sz="750" b="0">
                <a:solidFill>
                  <a:srgbClr val="768993"/>
                </a:solidFill>
                <a:latin typeface="Arial"/>
                <a:ea typeface="Arial"/>
                <a:cs typeface="Arial"/>
              </a:defRPr>
            </a:lvl9pPr>
          </a:lstStyle>
          <a:p xmlns:a="http://schemas.openxmlformats.org/drawingml/2006/main">
            <a:pPr>
              <a:defRPr sz="750" b="0">
                <a:solidFill>
                  <a:srgbClr val="768993"/>
                </a:solidFill>
                <a:latin typeface="Arial"/>
                <a:ea typeface="Arial"/>
                <a:cs typeface="Arial"/>
              </a:defRPr>
            </a:pPr>
            <a:r>
              <a:rPr sz="750" b="0">
                <a:solidFill>
                  <a:srgbClr val="768993"/>
                </a:solidFill>
                <a:latin typeface="Arial"/>
                <a:ea typeface="Arial"/>
                <a:cs typeface="Arial"/>
              </a:rPr>
              <a:t>02</a:t>
            </a:r>
          </a:p>
        </p:txBody>
      </p:sp>
      <p:graphicFrame>
        <p:nvGraphicFramePr>
          <p:cNvPr id="5" name="">
            <a:extLst xmlns:a="http://schemas.openxmlformats.org/drawingml/2006/main">
              <a:ext uri="{FF2B5EF4-FFF2-40B4-BE49-F238E27FC236}">
                <a16:creationId xmlns:a16="http://schemas.microsoft.com/office/drawing/2014/main" id="{7CA84142-FFBB-4E79-A9E9-156430695F33}"/>
              </a:ext>
            </a:extLst>
          </p:cNvPr>
          <p:cNvGraphicFramePr/>
          <p:nvPr/>
        </p:nvGraphicFramePr>
        <p:xfrm>
          <a:off xmlns:a="http://schemas.openxmlformats.org/drawingml/2006/main" x="590550" y="1285875"/>
          <a:ext xmlns:a="http://schemas.openxmlformats.org/drawingml/2006/main" cx="10401300" cy="2895600"/>
        </p:xfrm>
        <a:graphic xmlns:a="http://schemas.openxmlformats.org/drawingml/2006/main">
          <a:graphicData uri="http://schemas.openxmlformats.org/drawingml/2006/table">
            <a:tbl>
              <a:tblPr/>
              <a:tblGrid>
                <a:gridCol w="1905000"/>
                <a:gridCol w="1047750"/>
                <a:gridCol w="2190750"/>
                <a:gridCol w="5257800"/>
              </a:tblGrid>
              <a:tr h="723900">
                <a:tc>
                  <a:txBody>
                    <a:bodyPr/>
                    <a:lstStyle/>
                    <a:p>
                      <a:r>
                        <a:rPr sz="1650" b="1">
                          <a:solidFill>
                            <a:srgbClr val="FFFFFF"/>
                          </a:solidFill>
                          <a:latin typeface="Arial"/>
                          <a:ea typeface="Arial"/>
                          <a:cs typeface="Arial"/>
                        </a:rPr>
                        <a:t>Test set</a:t>
                      </a:r>
                    </a:p>
                  </a:txBody>
                  <a:tcPr marL="91440" marR="91440" marT="45720" marB="45720">
                    <a:lnL w="0">
                      <a:solidFill>
                        <a:srgbClr val="FFFFFF"/>
                      </a:solidFill>
                    </a:lnL>
                    <a:lnR w="0">
                      <a:solidFill>
                        <a:srgbClr val="FFFFFF"/>
                      </a:solidFill>
                    </a:lnR>
                    <a:lnT w="0">
                      <a:solidFill>
                        <a:srgbClr val="FFFFFF"/>
                      </a:solidFill>
                    </a:lnT>
                    <a:lnB w="0">
                      <a:solidFill>
                        <a:srgbClr val="FFFFFF"/>
                      </a:solidFill>
                    </a:lnB>
                    <a:solidFill>
                      <a:srgbClr val="002D4C"/>
                    </a:solidFill>
                  </a:tcPr>
                </a:tc>
                <a:tc>
                  <a:txBody>
                    <a:bodyPr/>
                    <a:lstStyle/>
                    <a:p>
                      <a:r>
                        <a:rPr sz="1650" b="1">
                          <a:solidFill>
                            <a:srgbClr val="FFFFFF"/>
                          </a:solidFill>
                          <a:latin typeface="Arial"/>
                          <a:ea typeface="Arial"/>
                          <a:cs typeface="Arial"/>
                        </a:rPr>
                        <a:t>Items</a:t>
                      </a:r>
                    </a:p>
                  </a:txBody>
                  <a:tcPr marL="91440" marR="91440" marT="45720" marB="45720">
                    <a:lnR w="0">
                      <a:solidFill>
                        <a:srgbClr val="FFFFFF"/>
                      </a:solidFill>
                    </a:lnR>
                    <a:lnT w="0">
                      <a:solidFill>
                        <a:srgbClr val="FFFFFF"/>
                      </a:solidFill>
                    </a:lnT>
                    <a:lnB w="0">
                      <a:solidFill>
                        <a:srgbClr val="FFFFFF"/>
                      </a:solidFill>
                    </a:lnB>
                    <a:solidFill>
                      <a:srgbClr val="002D4C"/>
                    </a:solidFill>
                  </a:tcPr>
                </a:tc>
                <a:tc>
                  <a:txBody>
                    <a:bodyPr/>
                    <a:lstStyle/>
                    <a:p>
                      <a:r>
                        <a:rPr sz="1650" b="1">
                          <a:solidFill>
                            <a:srgbClr val="FFFFFF"/>
                          </a:solidFill>
                          <a:latin typeface="Arial"/>
                          <a:ea typeface="Arial"/>
                          <a:cs typeface="Arial"/>
                        </a:rPr>
                        <a:t>Agent version</a:t>
                      </a:r>
                    </a:p>
                  </a:txBody>
                  <a:tcPr marL="91440" marR="91440" marT="45720" marB="45720">
                    <a:lnR w="0">
                      <a:solidFill>
                        <a:srgbClr val="FFFFFF"/>
                      </a:solidFill>
                    </a:lnR>
                    <a:lnT w="0">
                      <a:solidFill>
                        <a:srgbClr val="FFFFFF"/>
                      </a:solidFill>
                    </a:lnT>
                    <a:lnB w="0">
                      <a:solidFill>
                        <a:srgbClr val="FFFFFF"/>
                      </a:solidFill>
                    </a:lnB>
                    <a:solidFill>
                      <a:srgbClr val="002D4C"/>
                    </a:solidFill>
                  </a:tcPr>
                </a:tc>
                <a:tc>
                  <a:txBody>
                    <a:bodyPr/>
                    <a:lstStyle/>
                    <a:p>
                      <a:r>
                        <a:rPr sz="1650" b="1">
                          <a:solidFill>
                            <a:srgbClr val="FFFFFF"/>
                          </a:solidFill>
                          <a:latin typeface="Arial"/>
                          <a:ea typeface="Arial"/>
                          <a:cs typeface="Arial"/>
                        </a:rPr>
                        <a:t>Per-question metric</a:t>
                      </a:r>
                    </a:p>
                  </a:txBody>
                  <a:tcPr marL="91440" marR="91440" marT="45720" marB="45720">
                    <a:lnR w="0">
                      <a:solidFill>
                        <a:srgbClr val="FFFFFF"/>
                      </a:solidFill>
                    </a:lnR>
                    <a:lnT w="0">
                      <a:solidFill>
                        <a:srgbClr val="FFFFFF"/>
                      </a:solidFill>
                    </a:lnT>
                    <a:lnB w="0">
                      <a:solidFill>
                        <a:srgbClr val="FFFFFF"/>
                      </a:solidFill>
                    </a:lnB>
                    <a:solidFill>
                      <a:srgbClr val="002D4C"/>
                    </a:solidFill>
                  </a:tcPr>
                </a:tc>
              </a:tr>
              <a:tr h="723900">
                <a:tc>
                  <a:txBody>
                    <a:bodyPr/>
                    <a:lstStyle/>
                    <a:p>
                      <a:r>
                        <a:rPr sz="1650" b="1">
                          <a:solidFill>
                            <a:srgbClr val="002D4C"/>
                          </a:solidFill>
                          <a:latin typeface="Arial"/>
                          <a:ea typeface="Arial"/>
                          <a:cs typeface="Arial"/>
                        </a:rPr>
                        <a:t>GTSQA</a:t>
                      </a:r>
                    </a:p>
                  </a:txBody>
                  <a:tcPr marL="91440" marR="91440" marT="45720" marB="45720">
                    <a:lnL w="0">
                      <a:solidFill>
                        <a:srgbClr val="FFFFFF"/>
                      </a:solidFill>
                    </a:lnL>
                    <a:lnR w="0">
                      <a:solidFill>
                        <a:srgbClr val="FFFFFF"/>
                      </a:solidFill>
                    </a:lnR>
                    <a:lnB w="0">
                      <a:solidFill>
                        <a:srgbClr val="FFFFFF"/>
                      </a:solidFill>
                    </a:lnB>
                    <a:solidFill>
                      <a:srgbClr val="EAF6F4"/>
                    </a:solidFill>
                  </a:tcPr>
                </a:tc>
                <a:tc>
                  <a:txBody>
                    <a:bodyPr/>
                    <a:lstStyle/>
                    <a:p>
                      <a:r>
                        <a:rPr sz="1650" b="0">
                          <a:solidFill>
                            <a:srgbClr val="002D4C"/>
                          </a:solidFill>
                          <a:latin typeface="Arial"/>
                          <a:ea typeface="Arial"/>
                          <a:cs typeface="Arial"/>
                        </a:rPr>
                        <a:t>12</a:t>
                      </a:r>
                    </a:p>
                  </a:txBody>
                  <a:tcPr marL="91440" marR="91440" marT="45720" marB="45720">
                    <a:lnR w="0">
                      <a:solidFill>
                        <a:srgbClr val="FFFFFF"/>
                      </a:solidFill>
                    </a:lnR>
                    <a:lnB w="0">
                      <a:solidFill>
                        <a:srgbClr val="FFFFFF"/>
                      </a:solidFill>
                    </a:lnB>
                    <a:solidFill>
                      <a:srgbClr val="EAF6F4"/>
                    </a:solidFill>
                  </a:tcPr>
                </a:tc>
                <a:tc>
                  <a:txBody>
                    <a:bodyPr/>
                    <a:lstStyle/>
                    <a:p>
                      <a:r>
                        <a:rPr sz="1650" b="0">
                          <a:solidFill>
                            <a:srgbClr val="002D4C"/>
                          </a:solidFill>
                          <a:latin typeface="Arial"/>
                          <a:ea typeface="Arial"/>
                          <a:cs typeface="Arial"/>
                        </a:rPr>
                        <a:t>ARK v1.1</a:t>
                      </a:r>
                    </a:p>
                  </a:txBody>
                  <a:tcPr marL="91440" marR="91440" marT="45720" marB="45720">
                    <a:lnR w="0">
                      <a:solidFill>
                        <a:srgbClr val="FFFFFF"/>
                      </a:solidFill>
                    </a:lnR>
                    <a:lnB w="0">
                      <a:solidFill>
                        <a:srgbClr val="FFFFFF"/>
                      </a:solidFill>
                    </a:lnB>
                    <a:solidFill>
                      <a:srgbClr val="EAF6F4"/>
                    </a:solidFill>
                  </a:tcPr>
                </a:tc>
                <a:tc>
                  <a:txBody>
                    <a:bodyPr/>
                    <a:lstStyle/>
                    <a:p>
                      <a:r>
                        <a:rPr sz="1650" b="0">
                          <a:solidFill>
                            <a:srgbClr val="002D4C"/>
                          </a:solidFill>
                          <a:latin typeface="Arial"/>
                          <a:ea typeface="Arial"/>
                          <a:cs typeface="Arial"/>
                        </a:rPr>
                        <a:t>Entity Exact Match;</a:t>
                      </a:r>
                    </a:p>
                    <a:p>
                      <a:r>
                        <a:rPr sz="1650" b="0">
                          <a:solidFill>
                            <a:srgbClr val="002D4C"/>
                          </a:solidFill>
                          <a:latin typeface="Arial"/>
                          <a:ea typeface="Arial"/>
                          <a:cs typeface="Arial"/>
                        </a:rPr>
                        <a:t>Graph Evidence Coverage</a:t>
                      </a:r>
                    </a:p>
                  </a:txBody>
                  <a:tcPr marL="91440" marR="91440" marT="45720" marB="45720">
                    <a:lnR w="0">
                      <a:solidFill>
                        <a:srgbClr val="FFFFFF"/>
                      </a:solidFill>
                    </a:lnR>
                    <a:lnB w="0">
                      <a:solidFill>
                        <a:srgbClr val="FFFFFF"/>
                      </a:solidFill>
                    </a:lnB>
                    <a:solidFill>
                      <a:srgbClr val="EAF6F4"/>
                    </a:solidFill>
                  </a:tcPr>
                </a:tc>
              </a:tr>
              <a:tr h="723900">
                <a:tc>
                  <a:txBody>
                    <a:bodyPr/>
                    <a:lstStyle/>
                    <a:p>
                      <a:r>
                        <a:rPr sz="1650" b="1">
                          <a:solidFill>
                            <a:srgbClr val="002D4C"/>
                          </a:solidFill>
                          <a:latin typeface="Arial"/>
                          <a:ea typeface="Arial"/>
                          <a:cs typeface="Arial"/>
                        </a:rPr>
                        <a:t>GTSQA_UA</a:t>
                      </a:r>
                    </a:p>
                  </a:txBody>
                  <a:tcPr marL="91440" marR="91440" marT="45720" marB="45720">
                    <a:lnL w="0">
                      <a:solidFill>
                        <a:srgbClr val="FFFFFF"/>
                      </a:solidFill>
                    </a:lnL>
                    <a:lnR w="0">
                      <a:solidFill>
                        <a:srgbClr val="FFFFFF"/>
                      </a:solidFill>
                    </a:lnR>
                    <a:lnB w="0">
                      <a:solidFill>
                        <a:srgbClr val="FFFFFF"/>
                      </a:solidFill>
                    </a:lnB>
                    <a:solidFill>
                      <a:srgbClr val="F4F7F8"/>
                    </a:solidFill>
                  </a:tcPr>
                </a:tc>
                <a:tc>
                  <a:txBody>
                    <a:bodyPr/>
                    <a:lstStyle/>
                    <a:p>
                      <a:r>
                        <a:rPr sz="1650" b="0">
                          <a:solidFill>
                            <a:srgbClr val="002D4C"/>
                          </a:solidFill>
                          <a:latin typeface="Arial"/>
                          <a:ea typeface="Arial"/>
                          <a:cs typeface="Arial"/>
                        </a:rPr>
                        <a:t>24</a:t>
                      </a:r>
                    </a:p>
                  </a:txBody>
                  <a:tcPr marL="91440" marR="91440" marT="45720" marB="45720">
                    <a:lnR w="0">
                      <a:solidFill>
                        <a:srgbClr val="FFFFFF"/>
                      </a:solidFill>
                    </a:lnR>
                    <a:lnB w="0">
                      <a:solidFill>
                        <a:srgbClr val="FFFFFF"/>
                      </a:solidFill>
                    </a:lnB>
                    <a:solidFill>
                      <a:srgbClr val="F4F7F8"/>
                    </a:solidFill>
                  </a:tcPr>
                </a:tc>
                <a:tc>
                  <a:txBody>
                    <a:bodyPr/>
                    <a:lstStyle/>
                    <a:p>
                      <a:r>
                        <a:rPr sz="1650" b="0">
                          <a:solidFill>
                            <a:srgbClr val="002D4C"/>
                          </a:solidFill>
                          <a:latin typeface="Arial"/>
                          <a:ea typeface="Arial"/>
                          <a:cs typeface="Arial"/>
                        </a:rPr>
                        <a:t>ARK v1.1</a:t>
                      </a:r>
                    </a:p>
                  </a:txBody>
                  <a:tcPr marL="91440" marR="91440" marT="45720" marB="45720">
                    <a:lnR w="0">
                      <a:solidFill>
                        <a:srgbClr val="FFFFFF"/>
                      </a:solidFill>
                    </a:lnR>
                    <a:lnB w="0">
                      <a:solidFill>
                        <a:srgbClr val="FFFFFF"/>
                      </a:solidFill>
                    </a:lnB>
                    <a:solidFill>
                      <a:srgbClr val="F4F7F8"/>
                    </a:solidFill>
                  </a:tcPr>
                </a:tc>
                <a:tc>
                  <a:txBody>
                    <a:bodyPr/>
                    <a:lstStyle/>
                    <a:p>
                      <a:r>
                        <a:rPr sz="1650" b="0">
                          <a:solidFill>
                            <a:srgbClr val="002D4C"/>
                          </a:solidFill>
                          <a:latin typeface="Arial"/>
                          <a:ea typeface="Arial"/>
                          <a:cs typeface="Arial"/>
                        </a:rPr>
                        <a:t>Refusal Decision Correctness</a:t>
                      </a:r>
                    </a:p>
                  </a:txBody>
                  <a:tcPr marL="91440" marR="91440" marT="45720" marB="45720">
                    <a:lnR w="0">
                      <a:solidFill>
                        <a:srgbClr val="FFFFFF"/>
                      </a:solidFill>
                    </a:lnR>
                    <a:lnB w="0">
                      <a:solidFill>
                        <a:srgbClr val="FFFFFF"/>
                      </a:solidFill>
                    </a:lnB>
                    <a:solidFill>
                      <a:srgbClr val="F4F7F8"/>
                    </a:solidFill>
                  </a:tcPr>
                </a:tc>
              </a:tr>
              <a:tr h="723900">
                <a:tc>
                  <a:txBody>
                    <a:bodyPr/>
                    <a:lstStyle/>
                    <a:p>
                      <a:r>
                        <a:rPr sz="1650" b="1">
                          <a:solidFill>
                            <a:srgbClr val="002D4C"/>
                          </a:solidFill>
                          <a:latin typeface="Arial"/>
                          <a:ea typeface="Arial"/>
                          <a:cs typeface="Arial"/>
                        </a:rPr>
                        <a:t>CRLT</a:t>
                      </a:r>
                    </a:p>
                  </a:txBody>
                  <a:tcPr marL="91440" marR="91440" marT="45720" marB="45720">
                    <a:lnL w="0">
                      <a:solidFill>
                        <a:srgbClr val="FFFFFF"/>
                      </a:solidFill>
                    </a:lnL>
                    <a:lnR w="0">
                      <a:solidFill>
                        <a:srgbClr val="FFFFFF"/>
                      </a:solidFill>
                    </a:lnR>
                    <a:lnB w="0">
                      <a:solidFill>
                        <a:srgbClr val="FFFFFF"/>
                      </a:solidFill>
                    </a:lnB>
                    <a:solidFill>
                      <a:srgbClr val="EAF6F4"/>
                    </a:solidFill>
                  </a:tcPr>
                </a:tc>
                <a:tc>
                  <a:txBody>
                    <a:bodyPr/>
                    <a:lstStyle/>
                    <a:p>
                      <a:r>
                        <a:rPr sz="1650" b="0">
                          <a:solidFill>
                            <a:srgbClr val="002D4C"/>
                          </a:solidFill>
                          <a:latin typeface="Arial"/>
                          <a:ea typeface="Arial"/>
                          <a:cs typeface="Arial"/>
                        </a:rPr>
                        <a:t>15</a:t>
                      </a:r>
                    </a:p>
                  </a:txBody>
                  <a:tcPr marL="91440" marR="91440" marT="45720" marB="45720">
                    <a:lnR w="0">
                      <a:solidFill>
                        <a:srgbClr val="FFFFFF"/>
                      </a:solidFill>
                    </a:lnR>
                    <a:lnB w="0">
                      <a:solidFill>
                        <a:srgbClr val="FFFFFF"/>
                      </a:solidFill>
                    </a:lnB>
                    <a:solidFill>
                      <a:srgbClr val="EAF6F4"/>
                    </a:solidFill>
                  </a:tcPr>
                </a:tc>
                <a:tc>
                  <a:txBody>
                    <a:bodyPr/>
                    <a:lstStyle/>
                    <a:p>
                      <a:r>
                        <a:rPr sz="1650" b="0">
                          <a:solidFill>
                            <a:srgbClr val="002D4C"/>
                          </a:solidFill>
                          <a:latin typeface="Arial"/>
                          <a:ea typeface="Arial"/>
                          <a:cs typeface="Arial"/>
                        </a:rPr>
                        <a:t>ARK v1 / v1.1</a:t>
                      </a:r>
                    </a:p>
                  </a:txBody>
                  <a:tcPr marL="91440" marR="91440" marT="45720" marB="45720">
                    <a:lnR w="0">
                      <a:solidFill>
                        <a:srgbClr val="FFFFFF"/>
                      </a:solidFill>
                    </a:lnR>
                    <a:lnB w="0">
                      <a:solidFill>
                        <a:srgbClr val="FFFFFF"/>
                      </a:solidFill>
                    </a:lnB>
                    <a:solidFill>
                      <a:srgbClr val="EAF6F4"/>
                    </a:solidFill>
                  </a:tcPr>
                </a:tc>
                <a:tc>
                  <a:txBody>
                    <a:bodyPr/>
                    <a:lstStyle/>
                    <a:p>
                      <a:r>
                        <a:rPr sz="1650" b="0">
                          <a:solidFill>
                            <a:srgbClr val="002D4C"/>
                          </a:solidFill>
                          <a:latin typeface="Arial"/>
                          <a:ea typeface="Arial"/>
                          <a:cs typeface="Arial"/>
                        </a:rPr>
                        <a:t>Boolean Exact Match</a:t>
                      </a:r>
                    </a:p>
                  </a:txBody>
                  <a:tcPr marL="91440" marR="91440" marT="45720" marB="45720">
                    <a:lnR w="0">
                      <a:solidFill>
                        <a:srgbClr val="FFFFFF"/>
                      </a:solidFill>
                    </a:lnR>
                    <a:lnB w="0">
                      <a:solidFill>
                        <a:srgbClr val="FFFFFF"/>
                      </a:solidFill>
                    </a:lnB>
                    <a:solidFill>
                      <a:srgbClr val="EAF6F4"/>
                    </a:solidFill>
                  </a:tcPr>
                </a:tc>
              </a:tr>
            </a:tbl>
          </a:graphicData>
        </a:graphic>
      </p:graphicFrame>
      <p:sp>
        <p:nvSpPr>
          <p:cNvPr id="6" name="">
            <a:extLst xmlns:a="http://schemas.openxmlformats.org/drawingml/2006/main">
              <a:ext uri="{FF2B5EF4-FFF2-40B4-BE49-F238E27FC236}">
                <a16:creationId xmlns:a16="http://schemas.microsoft.com/office/drawing/2014/main" id="{388AF686-400E-4A81-8C99-564D5DAE75D9}"/>
              </a:ext>
            </a:extLst>
          </p:cNvPr>
          <p:cNvSpPr>
            <a:spLocks xmlns:a="http://schemas.openxmlformats.org/drawingml/2006/main" noGrp="1"/>
          </p:cNvSpPr>
          <p:nvPr/>
        </p:nvSpPr>
        <p:spPr>
          <a:xfrm xmlns:a="http://schemas.openxmlformats.org/drawingml/2006/main">
            <a:off x="590550" y="4572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002D4C"/>
                </a:solidFill>
                <a:latin typeface="Arial"/>
                <a:ea typeface="Arial"/>
                <a:cs typeface="Arial"/>
              </a:defRPr>
            </a:defPPr>
            <a:lvl1pPr>
              <a:defRPr sz="1725" b="0">
                <a:solidFill>
                  <a:srgbClr val="002D4C"/>
                </a:solidFill>
                <a:latin typeface="Arial"/>
                <a:ea typeface="Arial"/>
                <a:cs typeface="Arial"/>
              </a:defRPr>
            </a:lvl1pPr>
            <a:lvl2pPr>
              <a:defRPr sz="1725" b="0">
                <a:solidFill>
                  <a:srgbClr val="002D4C"/>
                </a:solidFill>
                <a:latin typeface="Arial"/>
                <a:ea typeface="Arial"/>
                <a:cs typeface="Arial"/>
              </a:defRPr>
            </a:lvl2pPr>
            <a:lvl3pPr>
              <a:defRPr sz="1725" b="0">
                <a:solidFill>
                  <a:srgbClr val="002D4C"/>
                </a:solidFill>
                <a:latin typeface="Arial"/>
                <a:ea typeface="Arial"/>
                <a:cs typeface="Arial"/>
              </a:defRPr>
            </a:lvl3pPr>
            <a:lvl4pPr>
              <a:defRPr sz="1725" b="0">
                <a:solidFill>
                  <a:srgbClr val="002D4C"/>
                </a:solidFill>
                <a:latin typeface="Arial"/>
                <a:ea typeface="Arial"/>
                <a:cs typeface="Arial"/>
              </a:defRPr>
            </a:lvl4pPr>
            <a:lvl5pPr>
              <a:defRPr sz="1725" b="0">
                <a:solidFill>
                  <a:srgbClr val="002D4C"/>
                </a:solidFill>
                <a:latin typeface="Arial"/>
                <a:ea typeface="Arial"/>
                <a:cs typeface="Arial"/>
              </a:defRPr>
            </a:lvl5pPr>
            <a:lvl6pPr>
              <a:defRPr sz="1725" b="0">
                <a:solidFill>
                  <a:srgbClr val="002D4C"/>
                </a:solidFill>
                <a:latin typeface="Arial"/>
                <a:ea typeface="Arial"/>
                <a:cs typeface="Arial"/>
              </a:defRPr>
            </a:lvl6pPr>
            <a:lvl7pPr>
              <a:defRPr sz="1725" b="0">
                <a:solidFill>
                  <a:srgbClr val="002D4C"/>
                </a:solidFill>
                <a:latin typeface="Arial"/>
                <a:ea typeface="Arial"/>
                <a:cs typeface="Arial"/>
              </a:defRPr>
            </a:lvl7pPr>
            <a:lvl8pPr>
              <a:defRPr sz="1725" b="0">
                <a:solidFill>
                  <a:srgbClr val="002D4C"/>
                </a:solidFill>
                <a:latin typeface="Arial"/>
                <a:ea typeface="Arial"/>
                <a:cs typeface="Arial"/>
              </a:defRPr>
            </a:lvl8pPr>
            <a:lvl9pPr>
              <a:defRPr sz="1725" b="0">
                <a:solidFill>
                  <a:srgbClr val="002D4C"/>
                </a:solidFill>
                <a:latin typeface="Arial"/>
                <a:ea typeface="Arial"/>
                <a:cs typeface="Arial"/>
              </a:defRPr>
            </a:lvl9pPr>
          </a:lstStyle>
          <a:p xmlns:a="http://schemas.openxmlformats.org/drawingml/2006/main">
            <a:pPr>
              <a:defRPr sz="1725" b="0">
                <a:solidFill>
                  <a:srgbClr val="002D4C"/>
                </a:solidFill>
                <a:latin typeface="Arial"/>
                <a:ea typeface="Arial"/>
                <a:cs typeface="Arial"/>
              </a:defRPr>
            </a:pPr>
            <a:r>
              <a:rPr sz="1725" b="0">
                <a:solidFill>
                  <a:srgbClr val="002D4C"/>
                </a:solidFill>
                <a:latin typeface="Arial"/>
                <a:ea typeface="Arial"/>
                <a:cs typeface="Arial"/>
              </a:rPr>
              <a:t>Accuracy: correct answers or decisions / all planned questions.</a:t>
            </a:r>
          </a:p>
        </p:txBody>
      </p:sp>
      <p:sp>
        <p:nvSpPr>
          <p:cNvPr id="7" name="">
            <a:extLst xmlns:a="http://schemas.openxmlformats.org/drawingml/2006/main">
              <a:ext uri="{FF2B5EF4-FFF2-40B4-BE49-F238E27FC236}">
                <a16:creationId xmlns:a16="http://schemas.microsoft.com/office/drawing/2014/main" id="{A0F4CA20-041B-4ED8-9D83-8C8C3268BAB6}"/>
              </a:ext>
            </a:extLst>
          </p:cNvPr>
          <p:cNvSpPr>
            <a:spLocks xmlns:a="http://schemas.openxmlformats.org/drawingml/2006/main" noGrp="1"/>
          </p:cNvSpPr>
          <p:nvPr/>
        </p:nvSpPr>
        <p:spPr>
          <a:xfrm xmlns:a="http://schemas.openxmlformats.org/drawingml/2006/main">
            <a:off x="590550" y="5048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002D4C"/>
                </a:solidFill>
                <a:latin typeface="Arial"/>
                <a:ea typeface="Arial"/>
                <a:cs typeface="Arial"/>
              </a:defRPr>
            </a:defPPr>
            <a:lvl1pPr>
              <a:defRPr sz="1725" b="0">
                <a:solidFill>
                  <a:srgbClr val="002D4C"/>
                </a:solidFill>
                <a:latin typeface="Arial"/>
                <a:ea typeface="Arial"/>
                <a:cs typeface="Arial"/>
              </a:defRPr>
            </a:lvl1pPr>
            <a:lvl2pPr>
              <a:defRPr sz="1725" b="0">
                <a:solidFill>
                  <a:srgbClr val="002D4C"/>
                </a:solidFill>
                <a:latin typeface="Arial"/>
                <a:ea typeface="Arial"/>
                <a:cs typeface="Arial"/>
              </a:defRPr>
            </a:lvl2pPr>
            <a:lvl3pPr>
              <a:defRPr sz="1725" b="0">
                <a:solidFill>
                  <a:srgbClr val="002D4C"/>
                </a:solidFill>
                <a:latin typeface="Arial"/>
                <a:ea typeface="Arial"/>
                <a:cs typeface="Arial"/>
              </a:defRPr>
            </a:lvl3pPr>
            <a:lvl4pPr>
              <a:defRPr sz="1725" b="0">
                <a:solidFill>
                  <a:srgbClr val="002D4C"/>
                </a:solidFill>
                <a:latin typeface="Arial"/>
                <a:ea typeface="Arial"/>
                <a:cs typeface="Arial"/>
              </a:defRPr>
            </a:lvl4pPr>
            <a:lvl5pPr>
              <a:defRPr sz="1725" b="0">
                <a:solidFill>
                  <a:srgbClr val="002D4C"/>
                </a:solidFill>
                <a:latin typeface="Arial"/>
                <a:ea typeface="Arial"/>
                <a:cs typeface="Arial"/>
              </a:defRPr>
            </a:lvl5pPr>
            <a:lvl6pPr>
              <a:defRPr sz="1725" b="0">
                <a:solidFill>
                  <a:srgbClr val="002D4C"/>
                </a:solidFill>
                <a:latin typeface="Arial"/>
                <a:ea typeface="Arial"/>
                <a:cs typeface="Arial"/>
              </a:defRPr>
            </a:lvl6pPr>
            <a:lvl7pPr>
              <a:defRPr sz="1725" b="0">
                <a:solidFill>
                  <a:srgbClr val="002D4C"/>
                </a:solidFill>
                <a:latin typeface="Arial"/>
                <a:ea typeface="Arial"/>
                <a:cs typeface="Arial"/>
              </a:defRPr>
            </a:lvl7pPr>
            <a:lvl8pPr>
              <a:defRPr sz="1725" b="0">
                <a:solidFill>
                  <a:srgbClr val="002D4C"/>
                </a:solidFill>
                <a:latin typeface="Arial"/>
                <a:ea typeface="Arial"/>
                <a:cs typeface="Arial"/>
              </a:defRPr>
            </a:lvl8pPr>
            <a:lvl9pPr>
              <a:defRPr sz="1725" b="0">
                <a:solidFill>
                  <a:srgbClr val="002D4C"/>
                </a:solidFill>
                <a:latin typeface="Arial"/>
                <a:ea typeface="Arial"/>
                <a:cs typeface="Arial"/>
              </a:defRPr>
            </a:lvl9pPr>
          </a:lstStyle>
          <a:p xmlns:a="http://schemas.openxmlformats.org/drawingml/2006/main">
            <a:pPr>
              <a:defRPr sz="1725" b="0">
                <a:solidFill>
                  <a:srgbClr val="002D4C"/>
                </a:solidFill>
                <a:latin typeface="Arial"/>
                <a:ea typeface="Arial"/>
                <a:cs typeface="Arial"/>
              </a:defRPr>
            </a:pPr>
            <a:r>
              <a:rPr sz="1725" b="0">
                <a:solidFill>
                  <a:srgbClr val="002D4C"/>
                </a:solidFill>
                <a:latin typeface="Arial"/>
                <a:ea typeface="Arial"/>
                <a:cs typeface="Arial"/>
              </a:rPr>
              <a:t>Mean evidence coverage: average coverage across all planned questions.</a:t>
            </a:r>
          </a:p>
        </p:txBody>
      </p:sp>
      <p:sp>
        <p:nvSpPr>
          <p:cNvPr id="8" name="">
            <a:extLst xmlns:a="http://schemas.openxmlformats.org/drawingml/2006/main">
              <a:ext uri="{FF2B5EF4-FFF2-40B4-BE49-F238E27FC236}">
                <a16:creationId xmlns:a16="http://schemas.microsoft.com/office/drawing/2014/main" id="{BB0398C6-BAC9-4616-9BD0-C7FD136477CA}"/>
              </a:ext>
            </a:extLst>
          </p:cNvPr>
          <p:cNvSpPr>
            <a:spLocks xmlns:a="http://schemas.openxmlformats.org/drawingml/2006/main" noGrp="1"/>
          </p:cNvSpPr>
          <p:nvPr/>
        </p:nvSpPr>
        <p:spPr>
          <a:xfrm xmlns:a="http://schemas.openxmlformats.org/drawingml/2006/main">
            <a:off x="590550" y="57054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671"/>
                </a:solidFill>
                <a:latin typeface="Arial"/>
                <a:ea typeface="Arial"/>
                <a:cs typeface="Arial"/>
              </a:defRPr>
            </a:defPPr>
            <a:lvl1pPr>
              <a:defRPr sz="1500" b="0">
                <a:solidFill>
                  <a:srgbClr val="526671"/>
                </a:solidFill>
                <a:latin typeface="Arial"/>
                <a:ea typeface="Arial"/>
                <a:cs typeface="Arial"/>
              </a:defRPr>
            </a:lvl1pPr>
            <a:lvl2pPr>
              <a:defRPr sz="1500" b="0">
                <a:solidFill>
                  <a:srgbClr val="526671"/>
                </a:solidFill>
                <a:latin typeface="Arial"/>
                <a:ea typeface="Arial"/>
                <a:cs typeface="Arial"/>
              </a:defRPr>
            </a:lvl2pPr>
            <a:lvl3pPr>
              <a:defRPr sz="1500" b="0">
                <a:solidFill>
                  <a:srgbClr val="526671"/>
                </a:solidFill>
                <a:latin typeface="Arial"/>
                <a:ea typeface="Arial"/>
                <a:cs typeface="Arial"/>
              </a:defRPr>
            </a:lvl3pPr>
            <a:lvl4pPr>
              <a:defRPr sz="1500" b="0">
                <a:solidFill>
                  <a:srgbClr val="526671"/>
                </a:solidFill>
                <a:latin typeface="Arial"/>
                <a:ea typeface="Arial"/>
                <a:cs typeface="Arial"/>
              </a:defRPr>
            </a:lvl4pPr>
            <a:lvl5pPr>
              <a:defRPr sz="1500" b="0">
                <a:solidFill>
                  <a:srgbClr val="526671"/>
                </a:solidFill>
                <a:latin typeface="Arial"/>
                <a:ea typeface="Arial"/>
                <a:cs typeface="Arial"/>
              </a:defRPr>
            </a:lvl5pPr>
            <a:lvl6pPr>
              <a:defRPr sz="1500" b="0">
                <a:solidFill>
                  <a:srgbClr val="526671"/>
                </a:solidFill>
                <a:latin typeface="Arial"/>
                <a:ea typeface="Arial"/>
                <a:cs typeface="Arial"/>
              </a:defRPr>
            </a:lvl6pPr>
            <a:lvl7pPr>
              <a:defRPr sz="1500" b="0">
                <a:solidFill>
                  <a:srgbClr val="526671"/>
                </a:solidFill>
                <a:latin typeface="Arial"/>
                <a:ea typeface="Arial"/>
                <a:cs typeface="Arial"/>
              </a:defRPr>
            </a:lvl7pPr>
            <a:lvl8pPr>
              <a:defRPr sz="1500" b="0">
                <a:solidFill>
                  <a:srgbClr val="526671"/>
                </a:solidFill>
                <a:latin typeface="Arial"/>
                <a:ea typeface="Arial"/>
                <a:cs typeface="Arial"/>
              </a:defRPr>
            </a:lvl8pPr>
            <a:lvl9pPr>
              <a:defRPr sz="1500" b="0">
                <a:solidFill>
                  <a:srgbClr val="526671"/>
                </a:solidFill>
                <a:latin typeface="Arial"/>
                <a:ea typeface="Arial"/>
                <a:cs typeface="Arial"/>
              </a:defRPr>
            </a:lvl9pPr>
          </a:lstStyle>
          <a:p xmlns:a="http://schemas.openxmlformats.org/drawingml/2006/main">
            <a:pPr>
              <a:defRPr sz="1500" b="0">
                <a:solidFill>
                  <a:srgbClr val="526671"/>
                </a:solidFill>
                <a:latin typeface="Arial"/>
                <a:ea typeface="Arial"/>
                <a:cs typeface="Arial"/>
              </a:defRPr>
            </a:pPr>
            <a:r>
              <a:rPr sz="1500" b="0">
                <a:solidFill>
                  <a:srgbClr val="526671"/>
                </a:solidFill>
                <a:latin typeface="Arial"/>
                <a:ea typeface="Arial"/>
                <a:cs typeface="Arial"/>
              </a:rPr>
              <a:t>Small selected test sets for development.</a:t>
            </a:r>
          </a:p>
        </p:txBody>
      </p:sp>
    </p:spTree>
    <p:extLst>
      <p:ext uri="{BB962C8B-B14F-4D97-AF65-F5344CB8AC3E}">
        <p14:creationId xmlns:p14="http://schemas.microsoft.com/office/powerpoint/2010/main" val="18480074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59C8A8A-1F3D-4541-9C05-D7EFBDAA9FA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96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005393-0FEC-4943-B996-EF8897AC7224}"/>
              </a:ext>
            </a:extLst>
          </p:cNvPr>
          <p:cNvSpPr>
            <a:spLocks xmlns:a="http://schemas.openxmlformats.org/drawingml/2006/main" noGrp="1"/>
          </p:cNvSpPr>
          <p:nvPr/>
        </p:nvSpPr>
        <p:spPr>
          <a:xfrm xmlns:a="http://schemas.openxmlformats.org/drawingml/2006/main">
            <a:off x="590550" y="323850"/>
            <a:ext cx="11010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002D4C"/>
                </a:solidFill>
                <a:latin typeface="Franklin Gothic Medium"/>
                <a:ea typeface="Franklin Gothic Medium"/>
                <a:cs typeface="Franklin Gothic Medium"/>
              </a:defRPr>
            </a:defPPr>
            <a:lvl1pPr>
              <a:defRPr sz="2550" b="0">
                <a:solidFill>
                  <a:srgbClr val="002D4C"/>
                </a:solidFill>
                <a:latin typeface="Franklin Gothic Medium"/>
                <a:ea typeface="Franklin Gothic Medium"/>
                <a:cs typeface="Franklin Gothic Medium"/>
              </a:defRPr>
            </a:lvl1pPr>
            <a:lvl2pPr>
              <a:defRPr sz="2550" b="0">
                <a:solidFill>
                  <a:srgbClr val="002D4C"/>
                </a:solidFill>
                <a:latin typeface="Franklin Gothic Medium"/>
                <a:ea typeface="Franklin Gothic Medium"/>
                <a:cs typeface="Franklin Gothic Medium"/>
              </a:defRPr>
            </a:lvl2pPr>
            <a:lvl3pPr>
              <a:defRPr sz="2550" b="0">
                <a:solidFill>
                  <a:srgbClr val="002D4C"/>
                </a:solidFill>
                <a:latin typeface="Franklin Gothic Medium"/>
                <a:ea typeface="Franklin Gothic Medium"/>
                <a:cs typeface="Franklin Gothic Medium"/>
              </a:defRPr>
            </a:lvl3pPr>
            <a:lvl4pPr>
              <a:defRPr sz="2550" b="0">
                <a:solidFill>
                  <a:srgbClr val="002D4C"/>
                </a:solidFill>
                <a:latin typeface="Franklin Gothic Medium"/>
                <a:ea typeface="Franklin Gothic Medium"/>
                <a:cs typeface="Franklin Gothic Medium"/>
              </a:defRPr>
            </a:lvl4pPr>
            <a:lvl5pPr>
              <a:defRPr sz="2550" b="0">
                <a:solidFill>
                  <a:srgbClr val="002D4C"/>
                </a:solidFill>
                <a:latin typeface="Franklin Gothic Medium"/>
                <a:ea typeface="Franklin Gothic Medium"/>
                <a:cs typeface="Franklin Gothic Medium"/>
              </a:defRPr>
            </a:lvl5pPr>
            <a:lvl6pPr>
              <a:defRPr sz="2550" b="0">
                <a:solidFill>
                  <a:srgbClr val="002D4C"/>
                </a:solidFill>
                <a:latin typeface="Franklin Gothic Medium"/>
                <a:ea typeface="Franklin Gothic Medium"/>
                <a:cs typeface="Franklin Gothic Medium"/>
              </a:defRPr>
            </a:lvl6pPr>
            <a:lvl7pPr>
              <a:defRPr sz="2550" b="0">
                <a:solidFill>
                  <a:srgbClr val="002D4C"/>
                </a:solidFill>
                <a:latin typeface="Franklin Gothic Medium"/>
                <a:ea typeface="Franklin Gothic Medium"/>
                <a:cs typeface="Franklin Gothic Medium"/>
              </a:defRPr>
            </a:lvl7pPr>
            <a:lvl8pPr>
              <a:defRPr sz="2550" b="0">
                <a:solidFill>
                  <a:srgbClr val="002D4C"/>
                </a:solidFill>
                <a:latin typeface="Franklin Gothic Medium"/>
                <a:ea typeface="Franklin Gothic Medium"/>
                <a:cs typeface="Franklin Gothic Medium"/>
              </a:defRPr>
            </a:lvl8pPr>
            <a:lvl9pPr>
              <a:defRPr sz="2550" b="0">
                <a:solidFill>
                  <a:srgbClr val="002D4C"/>
                </a:solidFill>
                <a:latin typeface="Franklin Gothic Medium"/>
                <a:ea typeface="Franklin Gothic Medium"/>
                <a:cs typeface="Franklin Gothic Medium"/>
              </a:defRPr>
            </a:lvl9pPr>
          </a:lstStyle>
          <a:p xmlns:a="http://schemas.openxmlformats.org/drawingml/2006/main">
            <a:pPr>
              <a:defRPr sz="2550" b="0">
                <a:solidFill>
                  <a:srgbClr val="002D4C"/>
                </a:solidFill>
                <a:latin typeface="Franklin Gothic Medium"/>
                <a:ea typeface="Franklin Gothic Medium"/>
                <a:cs typeface="Franklin Gothic Medium"/>
              </a:defRPr>
            </a:pPr>
            <a:r>
              <a:rPr sz="2550" b="0">
                <a:solidFill>
                  <a:srgbClr val="002D4C"/>
                </a:solidFill>
                <a:latin typeface="Franklin Gothic Medium"/>
                <a:ea typeface="Franklin Gothic Medium"/>
                <a:cs typeface="Franklin Gothic Medium"/>
              </a:rPr>
              <a:t>GTSQA: Answer Accuracy and Evidence Coverage</a:t>
            </a:r>
          </a:p>
        </p:txBody>
      </p:sp>
      <p:sp>
        <p:nvSpPr>
          <p:cNvPr id="3" name="">
            <a:extLst xmlns:a="http://schemas.openxmlformats.org/drawingml/2006/main">
              <a:ext uri="{FF2B5EF4-FFF2-40B4-BE49-F238E27FC236}">
                <a16:creationId xmlns:a16="http://schemas.microsoft.com/office/drawing/2014/main" id="{0939F3E1-36B5-46E0-99BA-1B31E455CA0C}"/>
              </a:ext>
            </a:extLst>
          </p:cNvPr>
          <p:cNvSpPr>
            <a:spLocks xmlns:a="http://schemas.openxmlformats.org/drawingml/2006/main" noGrp="1"/>
          </p:cNvSpPr>
          <p:nvPr/>
        </p:nvSpPr>
        <p:spPr>
          <a:xfrm xmlns:a="http://schemas.openxmlformats.org/drawingml/2006/main">
            <a:off x="590550" y="65532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768993"/>
                </a:solidFill>
                <a:latin typeface="Arial"/>
                <a:ea typeface="Arial"/>
                <a:cs typeface="Arial"/>
              </a:defRPr>
            </a:defPPr>
            <a:lvl1pPr>
              <a:defRPr sz="750" b="0">
                <a:solidFill>
                  <a:srgbClr val="768993"/>
                </a:solidFill>
                <a:latin typeface="Arial"/>
                <a:ea typeface="Arial"/>
                <a:cs typeface="Arial"/>
              </a:defRPr>
            </a:lvl1pPr>
            <a:lvl2pPr>
              <a:defRPr sz="750" b="0">
                <a:solidFill>
                  <a:srgbClr val="768993"/>
                </a:solidFill>
                <a:latin typeface="Arial"/>
                <a:ea typeface="Arial"/>
                <a:cs typeface="Arial"/>
              </a:defRPr>
            </a:lvl2pPr>
            <a:lvl3pPr>
              <a:defRPr sz="750" b="0">
                <a:solidFill>
                  <a:srgbClr val="768993"/>
                </a:solidFill>
                <a:latin typeface="Arial"/>
                <a:ea typeface="Arial"/>
                <a:cs typeface="Arial"/>
              </a:defRPr>
            </a:lvl3pPr>
            <a:lvl4pPr>
              <a:defRPr sz="750" b="0">
                <a:solidFill>
                  <a:srgbClr val="768993"/>
                </a:solidFill>
                <a:latin typeface="Arial"/>
                <a:ea typeface="Arial"/>
                <a:cs typeface="Arial"/>
              </a:defRPr>
            </a:lvl4pPr>
            <a:lvl5pPr>
              <a:defRPr sz="750" b="0">
                <a:solidFill>
                  <a:srgbClr val="768993"/>
                </a:solidFill>
                <a:latin typeface="Arial"/>
                <a:ea typeface="Arial"/>
                <a:cs typeface="Arial"/>
              </a:defRPr>
            </a:lvl5pPr>
            <a:lvl6pPr>
              <a:defRPr sz="750" b="0">
                <a:solidFill>
                  <a:srgbClr val="768993"/>
                </a:solidFill>
                <a:latin typeface="Arial"/>
                <a:ea typeface="Arial"/>
                <a:cs typeface="Arial"/>
              </a:defRPr>
            </a:lvl6pPr>
            <a:lvl7pPr>
              <a:defRPr sz="750" b="0">
                <a:solidFill>
                  <a:srgbClr val="768993"/>
                </a:solidFill>
                <a:latin typeface="Arial"/>
                <a:ea typeface="Arial"/>
                <a:cs typeface="Arial"/>
              </a:defRPr>
            </a:lvl7pPr>
            <a:lvl8pPr>
              <a:defRPr sz="750" b="0">
                <a:solidFill>
                  <a:srgbClr val="768993"/>
                </a:solidFill>
                <a:latin typeface="Arial"/>
                <a:ea typeface="Arial"/>
                <a:cs typeface="Arial"/>
              </a:defRPr>
            </a:lvl8pPr>
            <a:lvl9pPr>
              <a:defRPr sz="750" b="0">
                <a:solidFill>
                  <a:srgbClr val="768993"/>
                </a:solidFill>
                <a:latin typeface="Arial"/>
                <a:ea typeface="Arial"/>
                <a:cs typeface="Arial"/>
              </a:defRPr>
            </a:lvl9pPr>
          </a:lstStyle>
          <a:p xmlns:a="http://schemas.openxmlformats.org/drawingml/2006/main">
            <a:pPr>
              <a:defRPr sz="750" b="0">
                <a:solidFill>
                  <a:srgbClr val="768993"/>
                </a:solidFill>
                <a:latin typeface="Arial"/>
                <a:ea typeface="Arial"/>
                <a:cs typeface="Arial"/>
              </a:defRPr>
            </a:pPr>
            <a:r>
              <a:rPr sz="750" b="0">
                <a:solidFill>
                  <a:srgbClr val="768993"/>
                </a:solidFill>
                <a:latin typeface="Arial"/>
                <a:ea typeface="Arial"/>
                <a:cs typeface="Arial"/>
              </a:rPr>
              <a:t>KG Agent Master Thesis · Progress Update</a:t>
            </a:r>
          </a:p>
        </p:txBody>
      </p:sp>
      <p:sp>
        <p:nvSpPr>
          <p:cNvPr id="4" name="">
            <a:extLst xmlns:a="http://schemas.openxmlformats.org/drawingml/2006/main">
              <a:ext uri="{FF2B5EF4-FFF2-40B4-BE49-F238E27FC236}">
                <a16:creationId xmlns:a16="http://schemas.microsoft.com/office/drawing/2014/main" id="{B1C4538F-0DA1-4E06-BE46-16F9E6ACCA28}"/>
              </a:ext>
            </a:extLst>
          </p:cNvPr>
          <p:cNvSpPr>
            <a:spLocks xmlns:a="http://schemas.openxmlformats.org/drawingml/2006/main" noGrp="1"/>
          </p:cNvSpPr>
          <p:nvPr/>
        </p:nvSpPr>
        <p:spPr>
          <a:xfrm xmlns:a="http://schemas.openxmlformats.org/drawingml/2006/main">
            <a:off x="10668000" y="65532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768993"/>
                </a:solidFill>
                <a:latin typeface="Arial"/>
                <a:ea typeface="Arial"/>
                <a:cs typeface="Arial"/>
              </a:defRPr>
            </a:defPPr>
            <a:lvl1pPr>
              <a:defRPr sz="750" b="0">
                <a:solidFill>
                  <a:srgbClr val="768993"/>
                </a:solidFill>
                <a:latin typeface="Arial"/>
                <a:ea typeface="Arial"/>
                <a:cs typeface="Arial"/>
              </a:defRPr>
            </a:lvl1pPr>
            <a:lvl2pPr>
              <a:defRPr sz="750" b="0">
                <a:solidFill>
                  <a:srgbClr val="768993"/>
                </a:solidFill>
                <a:latin typeface="Arial"/>
                <a:ea typeface="Arial"/>
                <a:cs typeface="Arial"/>
              </a:defRPr>
            </a:lvl2pPr>
            <a:lvl3pPr>
              <a:defRPr sz="750" b="0">
                <a:solidFill>
                  <a:srgbClr val="768993"/>
                </a:solidFill>
                <a:latin typeface="Arial"/>
                <a:ea typeface="Arial"/>
                <a:cs typeface="Arial"/>
              </a:defRPr>
            </a:lvl3pPr>
            <a:lvl4pPr>
              <a:defRPr sz="750" b="0">
                <a:solidFill>
                  <a:srgbClr val="768993"/>
                </a:solidFill>
                <a:latin typeface="Arial"/>
                <a:ea typeface="Arial"/>
                <a:cs typeface="Arial"/>
              </a:defRPr>
            </a:lvl4pPr>
            <a:lvl5pPr>
              <a:defRPr sz="750" b="0">
                <a:solidFill>
                  <a:srgbClr val="768993"/>
                </a:solidFill>
                <a:latin typeface="Arial"/>
                <a:ea typeface="Arial"/>
                <a:cs typeface="Arial"/>
              </a:defRPr>
            </a:lvl5pPr>
            <a:lvl6pPr>
              <a:defRPr sz="750" b="0">
                <a:solidFill>
                  <a:srgbClr val="768993"/>
                </a:solidFill>
                <a:latin typeface="Arial"/>
                <a:ea typeface="Arial"/>
                <a:cs typeface="Arial"/>
              </a:defRPr>
            </a:lvl6pPr>
            <a:lvl7pPr>
              <a:defRPr sz="750" b="0">
                <a:solidFill>
                  <a:srgbClr val="768993"/>
                </a:solidFill>
                <a:latin typeface="Arial"/>
                <a:ea typeface="Arial"/>
                <a:cs typeface="Arial"/>
              </a:defRPr>
            </a:lvl7pPr>
            <a:lvl8pPr>
              <a:defRPr sz="750" b="0">
                <a:solidFill>
                  <a:srgbClr val="768993"/>
                </a:solidFill>
                <a:latin typeface="Arial"/>
                <a:ea typeface="Arial"/>
                <a:cs typeface="Arial"/>
              </a:defRPr>
            </a:lvl8pPr>
            <a:lvl9pPr>
              <a:defRPr sz="750" b="0">
                <a:solidFill>
                  <a:srgbClr val="768993"/>
                </a:solidFill>
                <a:latin typeface="Arial"/>
                <a:ea typeface="Arial"/>
                <a:cs typeface="Arial"/>
              </a:defRPr>
            </a:lvl9pPr>
          </a:lstStyle>
          <a:p xmlns:a="http://schemas.openxmlformats.org/drawingml/2006/main">
            <a:pPr>
              <a:defRPr sz="750" b="0">
                <a:solidFill>
                  <a:srgbClr val="768993"/>
                </a:solidFill>
                <a:latin typeface="Arial"/>
                <a:ea typeface="Arial"/>
                <a:cs typeface="Arial"/>
              </a:defRPr>
            </a:pPr>
            <a:r>
              <a:rPr sz="750" b="0">
                <a:solidFill>
                  <a:srgbClr val="768993"/>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59A19614-C212-42F6-B2F9-1026ACE0B545}"/>
              </a:ext>
            </a:extLst>
          </p:cNvPr>
          <p:cNvSpPr>
            <a:spLocks xmlns:a="http://schemas.openxmlformats.org/drawingml/2006/main" noGrp="1"/>
          </p:cNvSpPr>
          <p:nvPr/>
        </p:nvSpPr>
        <p:spPr>
          <a:xfrm xmlns:a="http://schemas.openxmlformats.org/drawingml/2006/main">
            <a:off x="590550" y="8667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671"/>
                </a:solidFill>
                <a:latin typeface="Arial"/>
                <a:ea typeface="Arial"/>
                <a:cs typeface="Arial"/>
              </a:defRPr>
            </a:defPPr>
            <a:lvl1pPr>
              <a:defRPr sz="1500" b="0">
                <a:solidFill>
                  <a:srgbClr val="526671"/>
                </a:solidFill>
                <a:latin typeface="Arial"/>
                <a:ea typeface="Arial"/>
                <a:cs typeface="Arial"/>
              </a:defRPr>
            </a:lvl1pPr>
            <a:lvl2pPr>
              <a:defRPr sz="1500" b="0">
                <a:solidFill>
                  <a:srgbClr val="526671"/>
                </a:solidFill>
                <a:latin typeface="Arial"/>
                <a:ea typeface="Arial"/>
                <a:cs typeface="Arial"/>
              </a:defRPr>
            </a:lvl2pPr>
            <a:lvl3pPr>
              <a:defRPr sz="1500" b="0">
                <a:solidFill>
                  <a:srgbClr val="526671"/>
                </a:solidFill>
                <a:latin typeface="Arial"/>
                <a:ea typeface="Arial"/>
                <a:cs typeface="Arial"/>
              </a:defRPr>
            </a:lvl3pPr>
            <a:lvl4pPr>
              <a:defRPr sz="1500" b="0">
                <a:solidFill>
                  <a:srgbClr val="526671"/>
                </a:solidFill>
                <a:latin typeface="Arial"/>
                <a:ea typeface="Arial"/>
                <a:cs typeface="Arial"/>
              </a:defRPr>
            </a:lvl4pPr>
            <a:lvl5pPr>
              <a:defRPr sz="1500" b="0">
                <a:solidFill>
                  <a:srgbClr val="526671"/>
                </a:solidFill>
                <a:latin typeface="Arial"/>
                <a:ea typeface="Arial"/>
                <a:cs typeface="Arial"/>
              </a:defRPr>
            </a:lvl5pPr>
            <a:lvl6pPr>
              <a:defRPr sz="1500" b="0">
                <a:solidFill>
                  <a:srgbClr val="526671"/>
                </a:solidFill>
                <a:latin typeface="Arial"/>
                <a:ea typeface="Arial"/>
                <a:cs typeface="Arial"/>
              </a:defRPr>
            </a:lvl6pPr>
            <a:lvl7pPr>
              <a:defRPr sz="1500" b="0">
                <a:solidFill>
                  <a:srgbClr val="526671"/>
                </a:solidFill>
                <a:latin typeface="Arial"/>
                <a:ea typeface="Arial"/>
                <a:cs typeface="Arial"/>
              </a:defRPr>
            </a:lvl7pPr>
            <a:lvl8pPr>
              <a:defRPr sz="1500" b="0">
                <a:solidFill>
                  <a:srgbClr val="526671"/>
                </a:solidFill>
                <a:latin typeface="Arial"/>
                <a:ea typeface="Arial"/>
                <a:cs typeface="Arial"/>
              </a:defRPr>
            </a:lvl8pPr>
            <a:lvl9pPr>
              <a:defRPr sz="1500" b="0">
                <a:solidFill>
                  <a:srgbClr val="526671"/>
                </a:solidFill>
                <a:latin typeface="Arial"/>
                <a:ea typeface="Arial"/>
                <a:cs typeface="Arial"/>
              </a:defRPr>
            </a:lvl9pPr>
          </a:lstStyle>
          <a:p xmlns:a="http://schemas.openxmlformats.org/drawingml/2006/main">
            <a:pPr>
              <a:defRPr sz="1500" b="0">
                <a:solidFill>
                  <a:srgbClr val="526671"/>
                </a:solidFill>
                <a:latin typeface="Arial"/>
                <a:ea typeface="Arial"/>
                <a:cs typeface="Arial"/>
              </a:defRPr>
            </a:pPr>
            <a:r>
              <a:rPr sz="1500" b="0">
                <a:solidFill>
                  <a:srgbClr val="526671"/>
                </a:solidFill>
                <a:latin typeface="Arial"/>
                <a:ea typeface="Arial"/>
                <a:cs typeface="Arial"/>
              </a:rPr>
              <a:t>ARK v1.1 · 12 questions</a:t>
            </a:r>
          </a:p>
        </p:txBody>
      </p:sp>
      <p:sp>
        <p:nvSpPr>
          <p:cNvPr id="6" name="">
            <a:extLst xmlns:a="http://schemas.openxmlformats.org/drawingml/2006/main">
              <a:ext uri="{FF2B5EF4-FFF2-40B4-BE49-F238E27FC236}">
                <a16:creationId xmlns:a16="http://schemas.microsoft.com/office/drawing/2014/main" id="{FFBE10B3-A13B-4B32-9115-701FEE41A863}"/>
              </a:ext>
            </a:extLst>
          </p:cNvPr>
          <p:cNvSpPr>
            <a:spLocks xmlns:a="http://schemas.openxmlformats.org/drawingml/2006/main" noGrp="1"/>
          </p:cNvSpPr>
          <p:nvPr/>
        </p:nvSpPr>
        <p:spPr>
          <a:xfrm xmlns:a="http://schemas.openxmlformats.org/drawingml/2006/main">
            <a:off x="590550" y="12858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2D4C"/>
                </a:solidFill>
                <a:latin typeface="Arial"/>
                <a:ea typeface="Arial"/>
                <a:cs typeface="Arial"/>
              </a:defRPr>
            </a:defPPr>
            <a:lvl1pPr>
              <a:defRPr sz="1875" b="1">
                <a:solidFill>
                  <a:srgbClr val="002D4C"/>
                </a:solidFill>
                <a:latin typeface="Arial"/>
                <a:ea typeface="Arial"/>
                <a:cs typeface="Arial"/>
              </a:defRPr>
            </a:lvl1pPr>
            <a:lvl2pPr>
              <a:defRPr sz="1875" b="1">
                <a:solidFill>
                  <a:srgbClr val="002D4C"/>
                </a:solidFill>
                <a:latin typeface="Arial"/>
                <a:ea typeface="Arial"/>
                <a:cs typeface="Arial"/>
              </a:defRPr>
            </a:lvl2pPr>
            <a:lvl3pPr>
              <a:defRPr sz="1875" b="1">
                <a:solidFill>
                  <a:srgbClr val="002D4C"/>
                </a:solidFill>
                <a:latin typeface="Arial"/>
                <a:ea typeface="Arial"/>
                <a:cs typeface="Arial"/>
              </a:defRPr>
            </a:lvl3pPr>
            <a:lvl4pPr>
              <a:defRPr sz="1875" b="1">
                <a:solidFill>
                  <a:srgbClr val="002D4C"/>
                </a:solidFill>
                <a:latin typeface="Arial"/>
                <a:ea typeface="Arial"/>
                <a:cs typeface="Arial"/>
              </a:defRPr>
            </a:lvl4pPr>
            <a:lvl5pPr>
              <a:defRPr sz="1875" b="1">
                <a:solidFill>
                  <a:srgbClr val="002D4C"/>
                </a:solidFill>
                <a:latin typeface="Arial"/>
                <a:ea typeface="Arial"/>
                <a:cs typeface="Arial"/>
              </a:defRPr>
            </a:lvl5pPr>
            <a:lvl6pPr>
              <a:defRPr sz="1875" b="1">
                <a:solidFill>
                  <a:srgbClr val="002D4C"/>
                </a:solidFill>
                <a:latin typeface="Arial"/>
                <a:ea typeface="Arial"/>
                <a:cs typeface="Arial"/>
              </a:defRPr>
            </a:lvl6pPr>
            <a:lvl7pPr>
              <a:defRPr sz="1875" b="1">
                <a:solidFill>
                  <a:srgbClr val="002D4C"/>
                </a:solidFill>
                <a:latin typeface="Arial"/>
                <a:ea typeface="Arial"/>
                <a:cs typeface="Arial"/>
              </a:defRPr>
            </a:lvl7pPr>
            <a:lvl8pPr>
              <a:defRPr sz="1875" b="1">
                <a:solidFill>
                  <a:srgbClr val="002D4C"/>
                </a:solidFill>
                <a:latin typeface="Arial"/>
                <a:ea typeface="Arial"/>
                <a:cs typeface="Arial"/>
              </a:defRPr>
            </a:lvl8pPr>
            <a:lvl9pPr>
              <a:defRPr sz="1875" b="1">
                <a:solidFill>
                  <a:srgbClr val="002D4C"/>
                </a:solidFill>
                <a:latin typeface="Arial"/>
                <a:ea typeface="Arial"/>
                <a:cs typeface="Arial"/>
              </a:defRPr>
            </a:lvl9pPr>
          </a:lstStyle>
          <a:p xmlns:a="http://schemas.openxmlformats.org/drawingml/2006/main">
            <a:pPr>
              <a:defRPr sz="1875" b="1">
                <a:solidFill>
                  <a:srgbClr val="002D4C"/>
                </a:solidFill>
                <a:latin typeface="Arial"/>
                <a:ea typeface="Arial"/>
                <a:cs typeface="Arial"/>
              </a:defRPr>
            </a:pPr>
            <a:r>
              <a:rPr sz="1875" b="1">
                <a:solidFill>
                  <a:srgbClr val="002D4C"/>
                </a:solidFill>
                <a:latin typeface="Arial"/>
                <a:ea typeface="Arial"/>
                <a:cs typeface="Arial"/>
              </a:rPr>
              <a:t>Accuracy: 50.0% (6/12)</a:t>
            </a:r>
          </a:p>
        </p:txBody>
      </p:sp>
      <p:sp>
        <p:nvSpPr>
          <p:cNvPr id="7" name="">
            <a:extLst xmlns:a="http://schemas.openxmlformats.org/drawingml/2006/main">
              <a:ext uri="{FF2B5EF4-FFF2-40B4-BE49-F238E27FC236}">
                <a16:creationId xmlns:a16="http://schemas.microsoft.com/office/drawing/2014/main" id="{C9263AAC-AFD0-4E81-9510-908F7A6E0201}"/>
              </a:ext>
            </a:extLst>
          </p:cNvPr>
          <p:cNvSpPr>
            <a:spLocks xmlns:a="http://schemas.openxmlformats.org/drawingml/2006/main" noGrp="1"/>
          </p:cNvSpPr>
          <p:nvPr/>
        </p:nvSpPr>
        <p:spPr>
          <a:xfrm xmlns:a="http://schemas.openxmlformats.org/drawingml/2006/main">
            <a:off x="590550" y="16859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9682"/>
                </a:solidFill>
                <a:latin typeface="Arial"/>
                <a:ea typeface="Arial"/>
                <a:cs typeface="Arial"/>
              </a:defRPr>
            </a:defPPr>
            <a:lvl1pPr>
              <a:defRPr sz="1875" b="1">
                <a:solidFill>
                  <a:srgbClr val="009682"/>
                </a:solidFill>
                <a:latin typeface="Arial"/>
                <a:ea typeface="Arial"/>
                <a:cs typeface="Arial"/>
              </a:defRPr>
            </a:lvl1pPr>
            <a:lvl2pPr>
              <a:defRPr sz="1875" b="1">
                <a:solidFill>
                  <a:srgbClr val="009682"/>
                </a:solidFill>
                <a:latin typeface="Arial"/>
                <a:ea typeface="Arial"/>
                <a:cs typeface="Arial"/>
              </a:defRPr>
            </a:lvl2pPr>
            <a:lvl3pPr>
              <a:defRPr sz="1875" b="1">
                <a:solidFill>
                  <a:srgbClr val="009682"/>
                </a:solidFill>
                <a:latin typeface="Arial"/>
                <a:ea typeface="Arial"/>
                <a:cs typeface="Arial"/>
              </a:defRPr>
            </a:lvl3pPr>
            <a:lvl4pPr>
              <a:defRPr sz="1875" b="1">
                <a:solidFill>
                  <a:srgbClr val="009682"/>
                </a:solidFill>
                <a:latin typeface="Arial"/>
                <a:ea typeface="Arial"/>
                <a:cs typeface="Arial"/>
              </a:defRPr>
            </a:lvl4pPr>
            <a:lvl5pPr>
              <a:defRPr sz="1875" b="1">
                <a:solidFill>
                  <a:srgbClr val="009682"/>
                </a:solidFill>
                <a:latin typeface="Arial"/>
                <a:ea typeface="Arial"/>
                <a:cs typeface="Arial"/>
              </a:defRPr>
            </a:lvl5pPr>
            <a:lvl6pPr>
              <a:defRPr sz="1875" b="1">
                <a:solidFill>
                  <a:srgbClr val="009682"/>
                </a:solidFill>
                <a:latin typeface="Arial"/>
                <a:ea typeface="Arial"/>
                <a:cs typeface="Arial"/>
              </a:defRPr>
            </a:lvl6pPr>
            <a:lvl7pPr>
              <a:defRPr sz="1875" b="1">
                <a:solidFill>
                  <a:srgbClr val="009682"/>
                </a:solidFill>
                <a:latin typeface="Arial"/>
                <a:ea typeface="Arial"/>
                <a:cs typeface="Arial"/>
              </a:defRPr>
            </a:lvl7pPr>
            <a:lvl8pPr>
              <a:defRPr sz="1875" b="1">
                <a:solidFill>
                  <a:srgbClr val="009682"/>
                </a:solidFill>
                <a:latin typeface="Arial"/>
                <a:ea typeface="Arial"/>
                <a:cs typeface="Arial"/>
              </a:defRPr>
            </a:lvl8pPr>
            <a:lvl9pPr>
              <a:defRPr sz="1875" b="1">
                <a:solidFill>
                  <a:srgbClr val="009682"/>
                </a:solidFill>
                <a:latin typeface="Arial"/>
                <a:ea typeface="Arial"/>
                <a:cs typeface="Arial"/>
              </a:defRPr>
            </a:lvl9pPr>
          </a:lstStyle>
          <a:p xmlns:a="http://schemas.openxmlformats.org/drawingml/2006/main">
            <a:pPr>
              <a:defRPr sz="1875" b="1">
                <a:solidFill>
                  <a:srgbClr val="009682"/>
                </a:solidFill>
                <a:latin typeface="Arial"/>
                <a:ea typeface="Arial"/>
                <a:cs typeface="Arial"/>
              </a:defRPr>
            </a:pPr>
            <a:r>
              <a:rPr sz="1875" b="1">
                <a:solidFill>
                  <a:srgbClr val="009682"/>
                </a:solidFill>
                <a:latin typeface="Arial"/>
                <a:ea typeface="Arial"/>
                <a:cs typeface="Arial"/>
              </a:rPr>
              <a:t>Mean graph evidence coverage: 47.9%</a:t>
            </a:r>
          </a:p>
        </p:txBody>
      </p:sp>
      <p:sp>
        <p:nvSpPr>
          <p:cNvPr id="8" name="">
            <a:extLst xmlns:a="http://schemas.openxmlformats.org/drawingml/2006/main">
              <a:ext uri="{FF2B5EF4-FFF2-40B4-BE49-F238E27FC236}">
                <a16:creationId xmlns:a16="http://schemas.microsoft.com/office/drawing/2014/main" id="{7AFE5F92-36EF-4189-BCFF-5D7A5FC61F94}"/>
              </a:ext>
            </a:extLst>
          </p:cNvPr>
          <p:cNvSpPr>
            <a:spLocks xmlns:a="http://schemas.openxmlformats.org/drawingml/2006/main" noGrp="1"/>
          </p:cNvSpPr>
          <p:nvPr/>
        </p:nvSpPr>
        <p:spPr>
          <a:xfrm xmlns:a="http://schemas.openxmlformats.org/drawingml/2006/main">
            <a:off x="590550" y="2219325"/>
            <a:ext cx="10715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2D4C"/>
                </a:solidFill>
                <a:latin typeface="Arial"/>
                <a:ea typeface="Arial"/>
                <a:cs typeface="Arial"/>
              </a:defRPr>
            </a:defPPr>
            <a:lvl1pPr>
              <a:defRPr sz="1575" b="1">
                <a:solidFill>
                  <a:srgbClr val="002D4C"/>
                </a:solidFill>
                <a:latin typeface="Arial"/>
                <a:ea typeface="Arial"/>
                <a:cs typeface="Arial"/>
              </a:defRPr>
            </a:lvl1pPr>
            <a:lvl2pPr>
              <a:defRPr sz="1575" b="1">
                <a:solidFill>
                  <a:srgbClr val="002D4C"/>
                </a:solidFill>
                <a:latin typeface="Arial"/>
                <a:ea typeface="Arial"/>
                <a:cs typeface="Arial"/>
              </a:defRPr>
            </a:lvl2pPr>
            <a:lvl3pPr>
              <a:defRPr sz="1575" b="1">
                <a:solidFill>
                  <a:srgbClr val="002D4C"/>
                </a:solidFill>
                <a:latin typeface="Arial"/>
                <a:ea typeface="Arial"/>
                <a:cs typeface="Arial"/>
              </a:defRPr>
            </a:lvl3pPr>
            <a:lvl4pPr>
              <a:defRPr sz="1575" b="1">
                <a:solidFill>
                  <a:srgbClr val="002D4C"/>
                </a:solidFill>
                <a:latin typeface="Arial"/>
                <a:ea typeface="Arial"/>
                <a:cs typeface="Arial"/>
              </a:defRPr>
            </a:lvl4pPr>
            <a:lvl5pPr>
              <a:defRPr sz="1575" b="1">
                <a:solidFill>
                  <a:srgbClr val="002D4C"/>
                </a:solidFill>
                <a:latin typeface="Arial"/>
                <a:ea typeface="Arial"/>
                <a:cs typeface="Arial"/>
              </a:defRPr>
            </a:lvl5pPr>
            <a:lvl6pPr>
              <a:defRPr sz="1575" b="1">
                <a:solidFill>
                  <a:srgbClr val="002D4C"/>
                </a:solidFill>
                <a:latin typeface="Arial"/>
                <a:ea typeface="Arial"/>
                <a:cs typeface="Arial"/>
              </a:defRPr>
            </a:lvl6pPr>
            <a:lvl7pPr>
              <a:defRPr sz="1575" b="1">
                <a:solidFill>
                  <a:srgbClr val="002D4C"/>
                </a:solidFill>
                <a:latin typeface="Arial"/>
                <a:ea typeface="Arial"/>
                <a:cs typeface="Arial"/>
              </a:defRPr>
            </a:lvl7pPr>
            <a:lvl8pPr>
              <a:defRPr sz="1575" b="1">
                <a:solidFill>
                  <a:srgbClr val="002D4C"/>
                </a:solidFill>
                <a:latin typeface="Arial"/>
                <a:ea typeface="Arial"/>
                <a:cs typeface="Arial"/>
              </a:defRPr>
            </a:lvl8pPr>
            <a:lvl9pPr>
              <a:defRPr sz="1575" b="1">
                <a:solidFill>
                  <a:srgbClr val="002D4C"/>
                </a:solidFill>
                <a:latin typeface="Arial"/>
                <a:ea typeface="Arial"/>
                <a:cs typeface="Arial"/>
              </a:defRPr>
            </a:lvl9pPr>
          </a:lstStyle>
          <a:p xmlns:a="http://schemas.openxmlformats.org/drawingml/2006/main">
            <a:pPr>
              <a:defRPr sz="1575" b="1">
                <a:solidFill>
                  <a:srgbClr val="002D4C"/>
                </a:solidFill>
                <a:latin typeface="Arial"/>
                <a:ea typeface="Arial"/>
                <a:cs typeface="Arial"/>
              </a:defRPr>
            </a:pPr>
            <a:r>
              <a:rPr sz="1575" b="1">
                <a:solidFill>
                  <a:srgbClr val="002D4C"/>
                </a:solidFill>
                <a:latin typeface="Arial"/>
                <a:ea typeface="Arial"/>
                <a:cs typeface="Arial"/>
              </a:rPr>
              <a:t>Finding evidence is not enough:</a:t>
            </a:r>
          </a:p>
        </p:txBody>
      </p:sp>
      <p:sp>
        <p:nvSpPr>
          <p:cNvPr id="9" name="">
            <a:extLst xmlns:a="http://schemas.openxmlformats.org/drawingml/2006/main">
              <a:ext uri="{FF2B5EF4-FFF2-40B4-BE49-F238E27FC236}">
                <a16:creationId xmlns:a16="http://schemas.microsoft.com/office/drawing/2014/main" id="{F62AD7DC-95A0-4678-B4DF-97920B0CA6FB}"/>
              </a:ext>
            </a:extLst>
          </p:cNvPr>
          <p:cNvSpPr>
            <a:spLocks xmlns:a="http://schemas.openxmlformats.org/drawingml/2006/main" noGrp="1"/>
          </p:cNvSpPr>
          <p:nvPr/>
        </p:nvSpPr>
        <p:spPr>
          <a:xfrm xmlns:a="http://schemas.openxmlformats.org/drawingml/2006/main">
            <a:off x="590550" y="247650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02D4C"/>
                </a:solidFill>
                <a:latin typeface="Arial"/>
                <a:ea typeface="Arial"/>
                <a:cs typeface="Arial"/>
              </a:defRPr>
            </a:defPPr>
            <a:lvl1pPr>
              <a:defRPr sz="1575" b="0">
                <a:solidFill>
                  <a:srgbClr val="002D4C"/>
                </a:solidFill>
                <a:latin typeface="Arial"/>
                <a:ea typeface="Arial"/>
                <a:cs typeface="Arial"/>
              </a:defRPr>
            </a:lvl1pPr>
            <a:lvl2pPr>
              <a:defRPr sz="1575" b="0">
                <a:solidFill>
                  <a:srgbClr val="002D4C"/>
                </a:solidFill>
                <a:latin typeface="Arial"/>
                <a:ea typeface="Arial"/>
                <a:cs typeface="Arial"/>
              </a:defRPr>
            </a:lvl2pPr>
            <a:lvl3pPr>
              <a:defRPr sz="1575" b="0">
                <a:solidFill>
                  <a:srgbClr val="002D4C"/>
                </a:solidFill>
                <a:latin typeface="Arial"/>
                <a:ea typeface="Arial"/>
                <a:cs typeface="Arial"/>
              </a:defRPr>
            </a:lvl3pPr>
            <a:lvl4pPr>
              <a:defRPr sz="1575" b="0">
                <a:solidFill>
                  <a:srgbClr val="002D4C"/>
                </a:solidFill>
                <a:latin typeface="Arial"/>
                <a:ea typeface="Arial"/>
                <a:cs typeface="Arial"/>
              </a:defRPr>
            </a:lvl4pPr>
            <a:lvl5pPr>
              <a:defRPr sz="1575" b="0">
                <a:solidFill>
                  <a:srgbClr val="002D4C"/>
                </a:solidFill>
                <a:latin typeface="Arial"/>
                <a:ea typeface="Arial"/>
                <a:cs typeface="Arial"/>
              </a:defRPr>
            </a:lvl5pPr>
            <a:lvl6pPr>
              <a:defRPr sz="1575" b="0">
                <a:solidFill>
                  <a:srgbClr val="002D4C"/>
                </a:solidFill>
                <a:latin typeface="Arial"/>
                <a:ea typeface="Arial"/>
                <a:cs typeface="Arial"/>
              </a:defRPr>
            </a:lvl6pPr>
            <a:lvl7pPr>
              <a:defRPr sz="1575" b="0">
                <a:solidFill>
                  <a:srgbClr val="002D4C"/>
                </a:solidFill>
                <a:latin typeface="Arial"/>
                <a:ea typeface="Arial"/>
                <a:cs typeface="Arial"/>
              </a:defRPr>
            </a:lvl7pPr>
            <a:lvl8pPr>
              <a:defRPr sz="1575" b="0">
                <a:solidFill>
                  <a:srgbClr val="002D4C"/>
                </a:solidFill>
                <a:latin typeface="Arial"/>
                <a:ea typeface="Arial"/>
                <a:cs typeface="Arial"/>
              </a:defRPr>
            </a:lvl8pPr>
            <a:lvl9pPr>
              <a:defRPr sz="1575" b="0">
                <a:solidFill>
                  <a:srgbClr val="002D4C"/>
                </a:solidFill>
                <a:latin typeface="Arial"/>
                <a:ea typeface="Arial"/>
                <a:cs typeface="Arial"/>
              </a:defRPr>
            </a:lvl9pPr>
          </a:lstStyle>
          <a:p xmlns:a="http://schemas.openxmlformats.org/drawingml/2006/main">
            <a:pPr>
              <a:defRPr sz="1575" b="0">
                <a:solidFill>
                  <a:srgbClr val="002D4C"/>
                </a:solidFill>
                <a:latin typeface="Arial"/>
                <a:ea typeface="Arial"/>
                <a:cs typeface="Arial"/>
              </a:defRPr>
            </a:pPr>
            <a:r>
              <a:rPr sz="1575" b="0">
                <a:solidFill>
                  <a:srgbClr val="002D4C"/>
                </a:solidFill>
                <a:latin typeface="Arial"/>
                <a:ea typeface="Arial"/>
                <a:cs typeface="Arial"/>
              </a:rPr>
              <a:t>Q37715 reached 75% coverage but used the wrong final relation and returned the wrong entity.</a:t>
            </a:r>
          </a:p>
        </p:txBody>
      </p:sp>
      <p:sp>
        <p:nvSpPr>
          <p:cNvPr id="10" name="">
            <a:extLst xmlns:a="http://schemas.openxmlformats.org/drawingml/2006/main">
              <a:ext uri="{FF2B5EF4-FFF2-40B4-BE49-F238E27FC236}">
                <a16:creationId xmlns:a16="http://schemas.microsoft.com/office/drawing/2014/main" id="{73D6CD36-A49C-4FFF-89F0-082241677532}"/>
              </a:ext>
            </a:extLst>
          </p:cNvPr>
          <p:cNvSpPr>
            <a:spLocks xmlns:a="http://schemas.openxmlformats.org/drawingml/2006/main" noGrp="1"/>
          </p:cNvSpPr>
          <p:nvPr/>
        </p:nvSpPr>
        <p:spPr>
          <a:xfrm xmlns:a="http://schemas.openxmlformats.org/drawingml/2006/main">
            <a:off x="590550" y="2781300"/>
            <a:ext cx="10715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2D4C"/>
                </a:solidFill>
                <a:latin typeface="Arial"/>
                <a:ea typeface="Arial"/>
                <a:cs typeface="Arial"/>
              </a:defRPr>
            </a:defPPr>
            <a:lvl1pPr>
              <a:defRPr sz="1575" b="1">
                <a:solidFill>
                  <a:srgbClr val="002D4C"/>
                </a:solidFill>
                <a:latin typeface="Arial"/>
                <a:ea typeface="Arial"/>
                <a:cs typeface="Arial"/>
              </a:defRPr>
            </a:lvl1pPr>
            <a:lvl2pPr>
              <a:defRPr sz="1575" b="1">
                <a:solidFill>
                  <a:srgbClr val="002D4C"/>
                </a:solidFill>
                <a:latin typeface="Arial"/>
                <a:ea typeface="Arial"/>
                <a:cs typeface="Arial"/>
              </a:defRPr>
            </a:lvl2pPr>
            <a:lvl3pPr>
              <a:defRPr sz="1575" b="1">
                <a:solidFill>
                  <a:srgbClr val="002D4C"/>
                </a:solidFill>
                <a:latin typeface="Arial"/>
                <a:ea typeface="Arial"/>
                <a:cs typeface="Arial"/>
              </a:defRPr>
            </a:lvl3pPr>
            <a:lvl4pPr>
              <a:defRPr sz="1575" b="1">
                <a:solidFill>
                  <a:srgbClr val="002D4C"/>
                </a:solidFill>
                <a:latin typeface="Arial"/>
                <a:ea typeface="Arial"/>
                <a:cs typeface="Arial"/>
              </a:defRPr>
            </a:lvl4pPr>
            <a:lvl5pPr>
              <a:defRPr sz="1575" b="1">
                <a:solidFill>
                  <a:srgbClr val="002D4C"/>
                </a:solidFill>
                <a:latin typeface="Arial"/>
                <a:ea typeface="Arial"/>
                <a:cs typeface="Arial"/>
              </a:defRPr>
            </a:lvl5pPr>
            <a:lvl6pPr>
              <a:defRPr sz="1575" b="1">
                <a:solidFill>
                  <a:srgbClr val="002D4C"/>
                </a:solidFill>
                <a:latin typeface="Arial"/>
                <a:ea typeface="Arial"/>
                <a:cs typeface="Arial"/>
              </a:defRPr>
            </a:lvl6pPr>
            <a:lvl7pPr>
              <a:defRPr sz="1575" b="1">
                <a:solidFill>
                  <a:srgbClr val="002D4C"/>
                </a:solidFill>
                <a:latin typeface="Arial"/>
                <a:ea typeface="Arial"/>
                <a:cs typeface="Arial"/>
              </a:defRPr>
            </a:lvl7pPr>
            <a:lvl8pPr>
              <a:defRPr sz="1575" b="1">
                <a:solidFill>
                  <a:srgbClr val="002D4C"/>
                </a:solidFill>
                <a:latin typeface="Arial"/>
                <a:ea typeface="Arial"/>
                <a:cs typeface="Arial"/>
              </a:defRPr>
            </a:lvl8pPr>
            <a:lvl9pPr>
              <a:defRPr sz="1575" b="1">
                <a:solidFill>
                  <a:srgbClr val="002D4C"/>
                </a:solidFill>
                <a:latin typeface="Arial"/>
                <a:ea typeface="Arial"/>
                <a:cs typeface="Arial"/>
              </a:defRPr>
            </a:lvl9pPr>
          </a:lstStyle>
          <a:p xmlns:a="http://schemas.openxmlformats.org/drawingml/2006/main">
            <a:pPr>
              <a:defRPr sz="1575" b="1">
                <a:solidFill>
                  <a:srgbClr val="002D4C"/>
                </a:solidFill>
                <a:latin typeface="Arial"/>
                <a:ea typeface="Arial"/>
                <a:cs typeface="Arial"/>
              </a:defRPr>
            </a:pPr>
            <a:r>
              <a:rPr sz="1575" b="1">
                <a:solidFill>
                  <a:srgbClr val="002D4C"/>
                </a:solidFill>
                <a:latin typeface="Arial"/>
                <a:ea typeface="Arial"/>
                <a:cs typeface="Arial"/>
              </a:rPr>
              <a:t>A correct name can still fail EM:</a:t>
            </a:r>
          </a:p>
        </p:txBody>
      </p:sp>
      <p:sp>
        <p:nvSpPr>
          <p:cNvPr id="11" name="">
            <a:extLst xmlns:a="http://schemas.openxmlformats.org/drawingml/2006/main">
              <a:ext uri="{FF2B5EF4-FFF2-40B4-BE49-F238E27FC236}">
                <a16:creationId xmlns:a16="http://schemas.microsoft.com/office/drawing/2014/main" id="{166A1B78-604A-4684-9CCE-388C90E1A757}"/>
              </a:ext>
            </a:extLst>
          </p:cNvPr>
          <p:cNvSpPr>
            <a:spLocks xmlns:a="http://schemas.openxmlformats.org/drawingml/2006/main" noGrp="1"/>
          </p:cNvSpPr>
          <p:nvPr/>
        </p:nvSpPr>
        <p:spPr>
          <a:xfrm xmlns:a="http://schemas.openxmlformats.org/drawingml/2006/main">
            <a:off x="590550" y="30384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02D4C"/>
                </a:solidFill>
                <a:latin typeface="Arial"/>
                <a:ea typeface="Arial"/>
                <a:cs typeface="Arial"/>
              </a:defRPr>
            </a:defPPr>
            <a:lvl1pPr>
              <a:defRPr sz="1575" b="0">
                <a:solidFill>
                  <a:srgbClr val="002D4C"/>
                </a:solidFill>
                <a:latin typeface="Arial"/>
                <a:ea typeface="Arial"/>
                <a:cs typeface="Arial"/>
              </a:defRPr>
            </a:lvl1pPr>
            <a:lvl2pPr>
              <a:defRPr sz="1575" b="0">
                <a:solidFill>
                  <a:srgbClr val="002D4C"/>
                </a:solidFill>
                <a:latin typeface="Arial"/>
                <a:ea typeface="Arial"/>
                <a:cs typeface="Arial"/>
              </a:defRPr>
            </a:lvl2pPr>
            <a:lvl3pPr>
              <a:defRPr sz="1575" b="0">
                <a:solidFill>
                  <a:srgbClr val="002D4C"/>
                </a:solidFill>
                <a:latin typeface="Arial"/>
                <a:ea typeface="Arial"/>
                <a:cs typeface="Arial"/>
              </a:defRPr>
            </a:lvl3pPr>
            <a:lvl4pPr>
              <a:defRPr sz="1575" b="0">
                <a:solidFill>
                  <a:srgbClr val="002D4C"/>
                </a:solidFill>
                <a:latin typeface="Arial"/>
                <a:ea typeface="Arial"/>
                <a:cs typeface="Arial"/>
              </a:defRPr>
            </a:lvl4pPr>
            <a:lvl5pPr>
              <a:defRPr sz="1575" b="0">
                <a:solidFill>
                  <a:srgbClr val="002D4C"/>
                </a:solidFill>
                <a:latin typeface="Arial"/>
                <a:ea typeface="Arial"/>
                <a:cs typeface="Arial"/>
              </a:defRPr>
            </a:lvl5pPr>
            <a:lvl6pPr>
              <a:defRPr sz="1575" b="0">
                <a:solidFill>
                  <a:srgbClr val="002D4C"/>
                </a:solidFill>
                <a:latin typeface="Arial"/>
                <a:ea typeface="Arial"/>
                <a:cs typeface="Arial"/>
              </a:defRPr>
            </a:lvl6pPr>
            <a:lvl7pPr>
              <a:defRPr sz="1575" b="0">
                <a:solidFill>
                  <a:srgbClr val="002D4C"/>
                </a:solidFill>
                <a:latin typeface="Arial"/>
                <a:ea typeface="Arial"/>
                <a:cs typeface="Arial"/>
              </a:defRPr>
            </a:lvl7pPr>
            <a:lvl8pPr>
              <a:defRPr sz="1575" b="0">
                <a:solidFill>
                  <a:srgbClr val="002D4C"/>
                </a:solidFill>
                <a:latin typeface="Arial"/>
                <a:ea typeface="Arial"/>
                <a:cs typeface="Arial"/>
              </a:defRPr>
            </a:lvl8pPr>
            <a:lvl9pPr>
              <a:defRPr sz="1575" b="0">
                <a:solidFill>
                  <a:srgbClr val="002D4C"/>
                </a:solidFill>
                <a:latin typeface="Arial"/>
                <a:ea typeface="Arial"/>
                <a:cs typeface="Arial"/>
              </a:defRPr>
            </a:lvl9pPr>
          </a:lstStyle>
          <a:p xmlns:a="http://schemas.openxmlformats.org/drawingml/2006/main">
            <a:pPr>
              <a:defRPr sz="1575" b="0">
                <a:solidFill>
                  <a:srgbClr val="002D4C"/>
                </a:solidFill>
                <a:latin typeface="Arial"/>
                <a:ea typeface="Arial"/>
                <a:cs typeface="Arial"/>
              </a:defRPr>
            </a:pPr>
            <a:r>
              <a:rPr sz="1575" b="0">
                <a:solidFill>
                  <a:srgbClr val="002D4C"/>
                </a:solidFill>
                <a:latin typeface="Arial"/>
                <a:ea typeface="Arial"/>
                <a:cs typeface="Arial"/>
              </a:rPr>
              <a:t>Q41371 returned the correct event name with the wrong QID and missed two required relations.</a:t>
            </a:r>
          </a:p>
        </p:txBody>
      </p:sp>
      <p:sp>
        <p:nvSpPr>
          <p:cNvPr id="12" name="">
            <a:extLst xmlns:a="http://schemas.openxmlformats.org/drawingml/2006/main">
              <a:ext uri="{FF2B5EF4-FFF2-40B4-BE49-F238E27FC236}">
                <a16:creationId xmlns:a16="http://schemas.microsoft.com/office/drawing/2014/main" id="{45893387-5E7B-4649-900E-9FAA46F6963C}"/>
              </a:ext>
            </a:extLst>
          </p:cNvPr>
          <p:cNvSpPr>
            <a:spLocks xmlns:a="http://schemas.openxmlformats.org/drawingml/2006/main" noGrp="1"/>
          </p:cNvSpPr>
          <p:nvPr/>
        </p:nvSpPr>
        <p:spPr>
          <a:xfrm xmlns:a="http://schemas.openxmlformats.org/drawingml/2006/main">
            <a:off x="590550" y="3343275"/>
            <a:ext cx="10715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2D4C"/>
                </a:solidFill>
                <a:latin typeface="Arial"/>
                <a:ea typeface="Arial"/>
                <a:cs typeface="Arial"/>
              </a:defRPr>
            </a:defPPr>
            <a:lvl1pPr>
              <a:defRPr sz="1575" b="1">
                <a:solidFill>
                  <a:srgbClr val="002D4C"/>
                </a:solidFill>
                <a:latin typeface="Arial"/>
                <a:ea typeface="Arial"/>
                <a:cs typeface="Arial"/>
              </a:defRPr>
            </a:lvl1pPr>
            <a:lvl2pPr>
              <a:defRPr sz="1575" b="1">
                <a:solidFill>
                  <a:srgbClr val="002D4C"/>
                </a:solidFill>
                <a:latin typeface="Arial"/>
                <a:ea typeface="Arial"/>
                <a:cs typeface="Arial"/>
              </a:defRPr>
            </a:lvl2pPr>
            <a:lvl3pPr>
              <a:defRPr sz="1575" b="1">
                <a:solidFill>
                  <a:srgbClr val="002D4C"/>
                </a:solidFill>
                <a:latin typeface="Arial"/>
                <a:ea typeface="Arial"/>
                <a:cs typeface="Arial"/>
              </a:defRPr>
            </a:lvl3pPr>
            <a:lvl4pPr>
              <a:defRPr sz="1575" b="1">
                <a:solidFill>
                  <a:srgbClr val="002D4C"/>
                </a:solidFill>
                <a:latin typeface="Arial"/>
                <a:ea typeface="Arial"/>
                <a:cs typeface="Arial"/>
              </a:defRPr>
            </a:lvl4pPr>
            <a:lvl5pPr>
              <a:defRPr sz="1575" b="1">
                <a:solidFill>
                  <a:srgbClr val="002D4C"/>
                </a:solidFill>
                <a:latin typeface="Arial"/>
                <a:ea typeface="Arial"/>
                <a:cs typeface="Arial"/>
              </a:defRPr>
            </a:lvl5pPr>
            <a:lvl6pPr>
              <a:defRPr sz="1575" b="1">
                <a:solidFill>
                  <a:srgbClr val="002D4C"/>
                </a:solidFill>
                <a:latin typeface="Arial"/>
                <a:ea typeface="Arial"/>
                <a:cs typeface="Arial"/>
              </a:defRPr>
            </a:lvl6pPr>
            <a:lvl7pPr>
              <a:defRPr sz="1575" b="1">
                <a:solidFill>
                  <a:srgbClr val="002D4C"/>
                </a:solidFill>
                <a:latin typeface="Arial"/>
                <a:ea typeface="Arial"/>
                <a:cs typeface="Arial"/>
              </a:defRPr>
            </a:lvl7pPr>
            <a:lvl8pPr>
              <a:defRPr sz="1575" b="1">
                <a:solidFill>
                  <a:srgbClr val="002D4C"/>
                </a:solidFill>
                <a:latin typeface="Arial"/>
                <a:ea typeface="Arial"/>
                <a:cs typeface="Arial"/>
              </a:defRPr>
            </a:lvl8pPr>
            <a:lvl9pPr>
              <a:defRPr sz="1575" b="1">
                <a:solidFill>
                  <a:srgbClr val="002D4C"/>
                </a:solidFill>
                <a:latin typeface="Arial"/>
                <a:ea typeface="Arial"/>
                <a:cs typeface="Arial"/>
              </a:defRPr>
            </a:lvl9pPr>
          </a:lstStyle>
          <a:p xmlns:a="http://schemas.openxmlformats.org/drawingml/2006/main">
            <a:pPr>
              <a:defRPr sz="1575" b="1">
                <a:solidFill>
                  <a:srgbClr val="002D4C"/>
                </a:solidFill>
                <a:latin typeface="Arial"/>
                <a:ea typeface="Arial"/>
                <a:cs typeface="Arial"/>
              </a:defRPr>
            </a:pPr>
            <a:r>
              <a:rPr sz="1575" b="1">
                <a:solidFill>
                  <a:srgbClr val="002D4C"/>
                </a:solidFill>
                <a:latin typeface="Arial"/>
                <a:ea typeface="Arial"/>
                <a:cs typeface="Arial"/>
              </a:rPr>
              <a:t>Coverage also depends on state retention:</a:t>
            </a:r>
          </a:p>
        </p:txBody>
      </p:sp>
      <p:sp>
        <p:nvSpPr>
          <p:cNvPr id="13" name="">
            <a:extLst xmlns:a="http://schemas.openxmlformats.org/drawingml/2006/main">
              <a:ext uri="{FF2B5EF4-FFF2-40B4-BE49-F238E27FC236}">
                <a16:creationId xmlns:a16="http://schemas.microsoft.com/office/drawing/2014/main" id="{2C95936A-3F16-4E07-AABF-3F4C73A4D1C4}"/>
              </a:ext>
            </a:extLst>
          </p:cNvPr>
          <p:cNvSpPr>
            <a:spLocks xmlns:a="http://schemas.openxmlformats.org/drawingml/2006/main" noGrp="1"/>
          </p:cNvSpPr>
          <p:nvPr/>
        </p:nvSpPr>
        <p:spPr>
          <a:xfrm xmlns:a="http://schemas.openxmlformats.org/drawingml/2006/main">
            <a:off x="590550" y="36004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02D4C"/>
                </a:solidFill>
                <a:latin typeface="Arial"/>
                <a:ea typeface="Arial"/>
                <a:cs typeface="Arial"/>
              </a:defRPr>
            </a:defPPr>
            <a:lvl1pPr>
              <a:defRPr sz="1575" b="0">
                <a:solidFill>
                  <a:srgbClr val="002D4C"/>
                </a:solidFill>
                <a:latin typeface="Arial"/>
                <a:ea typeface="Arial"/>
                <a:cs typeface="Arial"/>
              </a:defRPr>
            </a:lvl1pPr>
            <a:lvl2pPr>
              <a:defRPr sz="1575" b="0">
                <a:solidFill>
                  <a:srgbClr val="002D4C"/>
                </a:solidFill>
                <a:latin typeface="Arial"/>
                <a:ea typeface="Arial"/>
                <a:cs typeface="Arial"/>
              </a:defRPr>
            </a:lvl2pPr>
            <a:lvl3pPr>
              <a:defRPr sz="1575" b="0">
                <a:solidFill>
                  <a:srgbClr val="002D4C"/>
                </a:solidFill>
                <a:latin typeface="Arial"/>
                <a:ea typeface="Arial"/>
                <a:cs typeface="Arial"/>
              </a:defRPr>
            </a:lvl3pPr>
            <a:lvl4pPr>
              <a:defRPr sz="1575" b="0">
                <a:solidFill>
                  <a:srgbClr val="002D4C"/>
                </a:solidFill>
                <a:latin typeface="Arial"/>
                <a:ea typeface="Arial"/>
                <a:cs typeface="Arial"/>
              </a:defRPr>
            </a:lvl4pPr>
            <a:lvl5pPr>
              <a:defRPr sz="1575" b="0">
                <a:solidFill>
                  <a:srgbClr val="002D4C"/>
                </a:solidFill>
                <a:latin typeface="Arial"/>
                <a:ea typeface="Arial"/>
                <a:cs typeface="Arial"/>
              </a:defRPr>
            </a:lvl5pPr>
            <a:lvl6pPr>
              <a:defRPr sz="1575" b="0">
                <a:solidFill>
                  <a:srgbClr val="002D4C"/>
                </a:solidFill>
                <a:latin typeface="Arial"/>
                <a:ea typeface="Arial"/>
                <a:cs typeface="Arial"/>
              </a:defRPr>
            </a:lvl6pPr>
            <a:lvl7pPr>
              <a:defRPr sz="1575" b="0">
                <a:solidFill>
                  <a:srgbClr val="002D4C"/>
                </a:solidFill>
                <a:latin typeface="Arial"/>
                <a:ea typeface="Arial"/>
                <a:cs typeface="Arial"/>
              </a:defRPr>
            </a:lvl7pPr>
            <a:lvl8pPr>
              <a:defRPr sz="1575" b="0">
                <a:solidFill>
                  <a:srgbClr val="002D4C"/>
                </a:solidFill>
                <a:latin typeface="Arial"/>
                <a:ea typeface="Arial"/>
                <a:cs typeface="Arial"/>
              </a:defRPr>
            </a:lvl8pPr>
            <a:lvl9pPr>
              <a:defRPr sz="1575" b="0">
                <a:solidFill>
                  <a:srgbClr val="002D4C"/>
                </a:solidFill>
                <a:latin typeface="Arial"/>
                <a:ea typeface="Arial"/>
                <a:cs typeface="Arial"/>
              </a:defRPr>
            </a:lvl9pPr>
          </a:lstStyle>
          <a:p xmlns:a="http://schemas.openxmlformats.org/drawingml/2006/main">
            <a:pPr>
              <a:defRPr sz="1575" b="0">
                <a:solidFill>
                  <a:srgbClr val="002D4C"/>
                </a:solidFill>
                <a:latin typeface="Arial"/>
                <a:ea typeface="Arial"/>
                <a:cs typeface="Arial"/>
              </a:defRPr>
            </a:pPr>
            <a:r>
              <a:rPr sz="1575" b="0">
                <a:solidFill>
                  <a:srgbClr val="002D4C"/>
                </a:solidFill>
                <a:latin typeface="Arial"/>
                <a:ea typeface="Arial"/>
                <a:cs typeface="Arial"/>
              </a:rPr>
              <a:t>evidence removed during a reset is not included in the final score.</a:t>
            </a:r>
          </a:p>
        </p:txBody>
      </p:sp>
    </p:spTree>
    <p:extLst>
      <p:ext uri="{BB962C8B-B14F-4D97-AF65-F5344CB8AC3E}">
        <p14:creationId xmlns:p14="http://schemas.microsoft.com/office/powerpoint/2010/main" val="203458107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Rectangle 3">
            <a:extLst xmlns:a="http://schemas.openxmlformats.org/drawingml/2006/main">
              <a:ext uri="{FF2B5EF4-FFF2-40B4-BE49-F238E27FC236}">
                <a16:creationId xmlns:a16="http://schemas.microsoft.com/office/drawing/2014/main" id="{26EFEE92-4BA4-486F-AAEC-651A89DFEDC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968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5812F9BA-9232-4E91-8FE3-16AA174BB3A1}"/>
              </a:ext>
            </a:extLst>
          </p:cNvPr>
          <p:cNvSpPr>
            <a:spLocks xmlns:a="http://schemas.openxmlformats.org/drawingml/2006/main" noGrp="1"/>
          </p:cNvSpPr>
          <p:nvPr/>
        </p:nvSpPr>
        <p:spPr>
          <a:xfrm xmlns:a="http://schemas.openxmlformats.org/drawingml/2006/main">
            <a:off x="590550" y="323850"/>
            <a:ext cx="11010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002D4C"/>
                </a:solidFill>
                <a:latin typeface="Franklin Gothic Medium"/>
                <a:ea typeface="Franklin Gothic Medium"/>
                <a:cs typeface="Franklin Gothic Medium"/>
              </a:defRPr>
            </a:defPPr>
            <a:lvl1pPr>
              <a:defRPr sz="2550" b="0">
                <a:solidFill>
                  <a:srgbClr val="002D4C"/>
                </a:solidFill>
                <a:latin typeface="Franklin Gothic Medium"/>
                <a:ea typeface="Franklin Gothic Medium"/>
                <a:cs typeface="Franklin Gothic Medium"/>
              </a:defRPr>
            </a:lvl1pPr>
            <a:lvl2pPr>
              <a:defRPr sz="2550" b="0">
                <a:solidFill>
                  <a:srgbClr val="002D4C"/>
                </a:solidFill>
                <a:latin typeface="Franklin Gothic Medium"/>
                <a:ea typeface="Franklin Gothic Medium"/>
                <a:cs typeface="Franklin Gothic Medium"/>
              </a:defRPr>
            </a:lvl2pPr>
            <a:lvl3pPr>
              <a:defRPr sz="2550" b="0">
                <a:solidFill>
                  <a:srgbClr val="002D4C"/>
                </a:solidFill>
                <a:latin typeface="Franklin Gothic Medium"/>
                <a:ea typeface="Franklin Gothic Medium"/>
                <a:cs typeface="Franklin Gothic Medium"/>
              </a:defRPr>
            </a:lvl3pPr>
            <a:lvl4pPr>
              <a:defRPr sz="2550" b="0">
                <a:solidFill>
                  <a:srgbClr val="002D4C"/>
                </a:solidFill>
                <a:latin typeface="Franklin Gothic Medium"/>
                <a:ea typeface="Franklin Gothic Medium"/>
                <a:cs typeface="Franklin Gothic Medium"/>
              </a:defRPr>
            </a:lvl4pPr>
            <a:lvl5pPr>
              <a:defRPr sz="2550" b="0">
                <a:solidFill>
                  <a:srgbClr val="002D4C"/>
                </a:solidFill>
                <a:latin typeface="Franklin Gothic Medium"/>
                <a:ea typeface="Franklin Gothic Medium"/>
                <a:cs typeface="Franklin Gothic Medium"/>
              </a:defRPr>
            </a:lvl5pPr>
            <a:lvl6pPr>
              <a:defRPr sz="2550" b="0">
                <a:solidFill>
                  <a:srgbClr val="002D4C"/>
                </a:solidFill>
                <a:latin typeface="Franklin Gothic Medium"/>
                <a:ea typeface="Franklin Gothic Medium"/>
                <a:cs typeface="Franklin Gothic Medium"/>
              </a:defRPr>
            </a:lvl6pPr>
            <a:lvl7pPr>
              <a:defRPr sz="2550" b="0">
                <a:solidFill>
                  <a:srgbClr val="002D4C"/>
                </a:solidFill>
                <a:latin typeface="Franklin Gothic Medium"/>
                <a:ea typeface="Franklin Gothic Medium"/>
                <a:cs typeface="Franklin Gothic Medium"/>
              </a:defRPr>
            </a:lvl7pPr>
            <a:lvl8pPr>
              <a:defRPr sz="2550" b="0">
                <a:solidFill>
                  <a:srgbClr val="002D4C"/>
                </a:solidFill>
                <a:latin typeface="Franklin Gothic Medium"/>
                <a:ea typeface="Franklin Gothic Medium"/>
                <a:cs typeface="Franklin Gothic Medium"/>
              </a:defRPr>
            </a:lvl8pPr>
            <a:lvl9pPr>
              <a:defRPr sz="2550" b="0">
                <a:solidFill>
                  <a:srgbClr val="002D4C"/>
                </a:solidFill>
                <a:latin typeface="Franklin Gothic Medium"/>
                <a:ea typeface="Franklin Gothic Medium"/>
                <a:cs typeface="Franklin Gothic Medium"/>
              </a:defRPr>
            </a:lvl9pPr>
          </a:lstStyle>
          <a:p xmlns:a="http://schemas.openxmlformats.org/drawingml/2006/main">
            <a:pPr>
              <a:defRPr sz="2550" b="0">
                <a:solidFill>
                  <a:srgbClr val="002D4C"/>
                </a:solidFill>
                <a:latin typeface="Franklin Gothic Medium"/>
                <a:ea typeface="Franklin Gothic Medium"/>
                <a:cs typeface="Franklin Gothic Medium"/>
              </a:defRPr>
            </a:pPr>
            <a:r>
              <a:rPr sz="2550" b="0">
                <a:solidFill>
                  <a:srgbClr val="002D4C"/>
                </a:solidFill>
                <a:latin typeface="Franklin Gothic Medium"/>
                <a:ea typeface="Franklin Gothic Medium"/>
                <a:cs typeface="Franklin Gothic Medium"/>
              </a:rPr>
              <a:t>GTSQA_UA: Answer and Refusal Decisions</a:t>
            </a:r>
          </a:p>
        </p:txBody>
      </p:sp>
      <p:sp>
        <p:nvSpPr>
          <p:cNvPr id="5" name="">
            <a:extLst xmlns:a="http://schemas.openxmlformats.org/drawingml/2006/main">
              <a:ext uri="{FF2B5EF4-FFF2-40B4-BE49-F238E27FC236}">
                <a16:creationId xmlns:a16="http://schemas.microsoft.com/office/drawing/2014/main" id="{44CB4743-029F-43C5-B54F-C259177E2E7A}"/>
              </a:ext>
            </a:extLst>
          </p:cNvPr>
          <p:cNvSpPr>
            <a:spLocks xmlns:a="http://schemas.openxmlformats.org/drawingml/2006/main" noGrp="1"/>
          </p:cNvSpPr>
          <p:nvPr/>
        </p:nvSpPr>
        <p:spPr>
          <a:xfrm xmlns:a="http://schemas.openxmlformats.org/drawingml/2006/main">
            <a:off x="590550" y="65532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768993"/>
                </a:solidFill>
                <a:latin typeface="Arial"/>
                <a:ea typeface="Arial"/>
                <a:cs typeface="Arial"/>
              </a:defRPr>
            </a:defPPr>
            <a:lvl1pPr>
              <a:defRPr sz="750" b="0">
                <a:solidFill>
                  <a:srgbClr val="768993"/>
                </a:solidFill>
                <a:latin typeface="Arial"/>
                <a:ea typeface="Arial"/>
                <a:cs typeface="Arial"/>
              </a:defRPr>
            </a:lvl1pPr>
            <a:lvl2pPr>
              <a:defRPr sz="750" b="0">
                <a:solidFill>
                  <a:srgbClr val="768993"/>
                </a:solidFill>
                <a:latin typeface="Arial"/>
                <a:ea typeface="Arial"/>
                <a:cs typeface="Arial"/>
              </a:defRPr>
            </a:lvl2pPr>
            <a:lvl3pPr>
              <a:defRPr sz="750" b="0">
                <a:solidFill>
                  <a:srgbClr val="768993"/>
                </a:solidFill>
                <a:latin typeface="Arial"/>
                <a:ea typeface="Arial"/>
                <a:cs typeface="Arial"/>
              </a:defRPr>
            </a:lvl3pPr>
            <a:lvl4pPr>
              <a:defRPr sz="750" b="0">
                <a:solidFill>
                  <a:srgbClr val="768993"/>
                </a:solidFill>
                <a:latin typeface="Arial"/>
                <a:ea typeface="Arial"/>
                <a:cs typeface="Arial"/>
              </a:defRPr>
            </a:lvl4pPr>
            <a:lvl5pPr>
              <a:defRPr sz="750" b="0">
                <a:solidFill>
                  <a:srgbClr val="768993"/>
                </a:solidFill>
                <a:latin typeface="Arial"/>
                <a:ea typeface="Arial"/>
                <a:cs typeface="Arial"/>
              </a:defRPr>
            </a:lvl5pPr>
            <a:lvl6pPr>
              <a:defRPr sz="750" b="0">
                <a:solidFill>
                  <a:srgbClr val="768993"/>
                </a:solidFill>
                <a:latin typeface="Arial"/>
                <a:ea typeface="Arial"/>
                <a:cs typeface="Arial"/>
              </a:defRPr>
            </a:lvl6pPr>
            <a:lvl7pPr>
              <a:defRPr sz="750" b="0">
                <a:solidFill>
                  <a:srgbClr val="768993"/>
                </a:solidFill>
                <a:latin typeface="Arial"/>
                <a:ea typeface="Arial"/>
                <a:cs typeface="Arial"/>
              </a:defRPr>
            </a:lvl7pPr>
            <a:lvl8pPr>
              <a:defRPr sz="750" b="0">
                <a:solidFill>
                  <a:srgbClr val="768993"/>
                </a:solidFill>
                <a:latin typeface="Arial"/>
                <a:ea typeface="Arial"/>
                <a:cs typeface="Arial"/>
              </a:defRPr>
            </a:lvl8pPr>
            <a:lvl9pPr>
              <a:defRPr sz="750" b="0">
                <a:solidFill>
                  <a:srgbClr val="768993"/>
                </a:solidFill>
                <a:latin typeface="Arial"/>
                <a:ea typeface="Arial"/>
                <a:cs typeface="Arial"/>
              </a:defRPr>
            </a:lvl9pPr>
          </a:lstStyle>
          <a:p xmlns:a="http://schemas.openxmlformats.org/drawingml/2006/main">
            <a:pPr>
              <a:defRPr sz="750" b="0">
                <a:solidFill>
                  <a:srgbClr val="768993"/>
                </a:solidFill>
                <a:latin typeface="Arial"/>
                <a:ea typeface="Arial"/>
                <a:cs typeface="Arial"/>
              </a:defRPr>
            </a:pPr>
            <a:r>
              <a:rPr sz="750" b="0">
                <a:solidFill>
                  <a:srgbClr val="768993"/>
                </a:solidFill>
                <a:latin typeface="Arial"/>
                <a:ea typeface="Arial"/>
                <a:cs typeface="Arial"/>
              </a:rPr>
              <a:t>KG Agent Master Thesis · Progress Update</a:t>
            </a:r>
          </a:p>
        </p:txBody>
      </p:sp>
      <p:sp>
        <p:nvSpPr>
          <p:cNvPr id="6" name="">
            <a:extLst xmlns:a="http://schemas.openxmlformats.org/drawingml/2006/main">
              <a:ext uri="{FF2B5EF4-FFF2-40B4-BE49-F238E27FC236}">
                <a16:creationId xmlns:a16="http://schemas.microsoft.com/office/drawing/2014/main" id="{BF308E81-E211-4998-99B5-11B068AA91EE}"/>
              </a:ext>
            </a:extLst>
          </p:cNvPr>
          <p:cNvSpPr>
            <a:spLocks xmlns:a="http://schemas.openxmlformats.org/drawingml/2006/main" noGrp="1"/>
          </p:cNvSpPr>
          <p:nvPr/>
        </p:nvSpPr>
        <p:spPr>
          <a:xfrm xmlns:a="http://schemas.openxmlformats.org/drawingml/2006/main">
            <a:off x="10668000" y="65532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768993"/>
                </a:solidFill>
                <a:latin typeface="Arial"/>
                <a:ea typeface="Arial"/>
                <a:cs typeface="Arial"/>
              </a:defRPr>
            </a:defPPr>
            <a:lvl1pPr>
              <a:defRPr sz="750" b="0">
                <a:solidFill>
                  <a:srgbClr val="768993"/>
                </a:solidFill>
                <a:latin typeface="Arial"/>
                <a:ea typeface="Arial"/>
                <a:cs typeface="Arial"/>
              </a:defRPr>
            </a:lvl1pPr>
            <a:lvl2pPr>
              <a:defRPr sz="750" b="0">
                <a:solidFill>
                  <a:srgbClr val="768993"/>
                </a:solidFill>
                <a:latin typeface="Arial"/>
                <a:ea typeface="Arial"/>
                <a:cs typeface="Arial"/>
              </a:defRPr>
            </a:lvl2pPr>
            <a:lvl3pPr>
              <a:defRPr sz="750" b="0">
                <a:solidFill>
                  <a:srgbClr val="768993"/>
                </a:solidFill>
                <a:latin typeface="Arial"/>
                <a:ea typeface="Arial"/>
                <a:cs typeface="Arial"/>
              </a:defRPr>
            </a:lvl3pPr>
            <a:lvl4pPr>
              <a:defRPr sz="750" b="0">
                <a:solidFill>
                  <a:srgbClr val="768993"/>
                </a:solidFill>
                <a:latin typeface="Arial"/>
                <a:ea typeface="Arial"/>
                <a:cs typeface="Arial"/>
              </a:defRPr>
            </a:lvl4pPr>
            <a:lvl5pPr>
              <a:defRPr sz="750" b="0">
                <a:solidFill>
                  <a:srgbClr val="768993"/>
                </a:solidFill>
                <a:latin typeface="Arial"/>
                <a:ea typeface="Arial"/>
                <a:cs typeface="Arial"/>
              </a:defRPr>
            </a:lvl5pPr>
            <a:lvl6pPr>
              <a:defRPr sz="750" b="0">
                <a:solidFill>
                  <a:srgbClr val="768993"/>
                </a:solidFill>
                <a:latin typeface="Arial"/>
                <a:ea typeface="Arial"/>
                <a:cs typeface="Arial"/>
              </a:defRPr>
            </a:lvl6pPr>
            <a:lvl7pPr>
              <a:defRPr sz="750" b="0">
                <a:solidFill>
                  <a:srgbClr val="768993"/>
                </a:solidFill>
                <a:latin typeface="Arial"/>
                <a:ea typeface="Arial"/>
                <a:cs typeface="Arial"/>
              </a:defRPr>
            </a:lvl7pPr>
            <a:lvl8pPr>
              <a:defRPr sz="750" b="0">
                <a:solidFill>
                  <a:srgbClr val="768993"/>
                </a:solidFill>
                <a:latin typeface="Arial"/>
                <a:ea typeface="Arial"/>
                <a:cs typeface="Arial"/>
              </a:defRPr>
            </a:lvl8pPr>
            <a:lvl9pPr>
              <a:defRPr sz="750" b="0">
                <a:solidFill>
                  <a:srgbClr val="768993"/>
                </a:solidFill>
                <a:latin typeface="Arial"/>
                <a:ea typeface="Arial"/>
                <a:cs typeface="Arial"/>
              </a:defRPr>
            </a:lvl9pPr>
          </a:lstStyle>
          <a:p xmlns:a="http://schemas.openxmlformats.org/drawingml/2006/main">
            <a:pPr>
              <a:defRPr sz="750" b="0">
                <a:solidFill>
                  <a:srgbClr val="768993"/>
                </a:solidFill>
                <a:latin typeface="Arial"/>
                <a:ea typeface="Arial"/>
                <a:cs typeface="Arial"/>
              </a:defRPr>
            </a:pPr>
            <a:r>
              <a:rPr sz="750" b="0">
                <a:solidFill>
                  <a:srgbClr val="768993"/>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29510925-1A0E-48B1-B84D-D52978CFED68}"/>
              </a:ext>
            </a:extLst>
          </p:cNvPr>
          <p:cNvSpPr>
            <a:spLocks xmlns:a="http://schemas.openxmlformats.org/drawingml/2006/main" noGrp="1"/>
          </p:cNvSpPr>
          <p:nvPr/>
        </p:nvSpPr>
        <p:spPr>
          <a:xfrm xmlns:a="http://schemas.openxmlformats.org/drawingml/2006/main">
            <a:off x="590550" y="8667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671"/>
                </a:solidFill>
                <a:latin typeface="Arial"/>
                <a:ea typeface="Arial"/>
                <a:cs typeface="Arial"/>
              </a:defRPr>
            </a:defPPr>
            <a:lvl1pPr>
              <a:defRPr sz="1500" b="0">
                <a:solidFill>
                  <a:srgbClr val="526671"/>
                </a:solidFill>
                <a:latin typeface="Arial"/>
                <a:ea typeface="Arial"/>
                <a:cs typeface="Arial"/>
              </a:defRPr>
            </a:lvl1pPr>
            <a:lvl2pPr>
              <a:defRPr sz="1500" b="0">
                <a:solidFill>
                  <a:srgbClr val="526671"/>
                </a:solidFill>
                <a:latin typeface="Arial"/>
                <a:ea typeface="Arial"/>
                <a:cs typeface="Arial"/>
              </a:defRPr>
            </a:lvl2pPr>
            <a:lvl3pPr>
              <a:defRPr sz="1500" b="0">
                <a:solidFill>
                  <a:srgbClr val="526671"/>
                </a:solidFill>
                <a:latin typeface="Arial"/>
                <a:ea typeface="Arial"/>
                <a:cs typeface="Arial"/>
              </a:defRPr>
            </a:lvl3pPr>
            <a:lvl4pPr>
              <a:defRPr sz="1500" b="0">
                <a:solidFill>
                  <a:srgbClr val="526671"/>
                </a:solidFill>
                <a:latin typeface="Arial"/>
                <a:ea typeface="Arial"/>
                <a:cs typeface="Arial"/>
              </a:defRPr>
            </a:lvl4pPr>
            <a:lvl5pPr>
              <a:defRPr sz="1500" b="0">
                <a:solidFill>
                  <a:srgbClr val="526671"/>
                </a:solidFill>
                <a:latin typeface="Arial"/>
                <a:ea typeface="Arial"/>
                <a:cs typeface="Arial"/>
              </a:defRPr>
            </a:lvl5pPr>
            <a:lvl6pPr>
              <a:defRPr sz="1500" b="0">
                <a:solidFill>
                  <a:srgbClr val="526671"/>
                </a:solidFill>
                <a:latin typeface="Arial"/>
                <a:ea typeface="Arial"/>
                <a:cs typeface="Arial"/>
              </a:defRPr>
            </a:lvl6pPr>
            <a:lvl7pPr>
              <a:defRPr sz="1500" b="0">
                <a:solidFill>
                  <a:srgbClr val="526671"/>
                </a:solidFill>
                <a:latin typeface="Arial"/>
                <a:ea typeface="Arial"/>
                <a:cs typeface="Arial"/>
              </a:defRPr>
            </a:lvl7pPr>
            <a:lvl8pPr>
              <a:defRPr sz="1500" b="0">
                <a:solidFill>
                  <a:srgbClr val="526671"/>
                </a:solidFill>
                <a:latin typeface="Arial"/>
                <a:ea typeface="Arial"/>
                <a:cs typeface="Arial"/>
              </a:defRPr>
            </a:lvl8pPr>
            <a:lvl9pPr>
              <a:defRPr sz="1500" b="0">
                <a:solidFill>
                  <a:srgbClr val="526671"/>
                </a:solidFill>
                <a:latin typeface="Arial"/>
                <a:ea typeface="Arial"/>
                <a:cs typeface="Arial"/>
              </a:defRPr>
            </a:lvl9pPr>
          </a:lstStyle>
          <a:p xmlns:a="http://schemas.openxmlformats.org/drawingml/2006/main">
            <a:pPr>
              <a:defRPr sz="1500" b="0">
                <a:solidFill>
                  <a:srgbClr val="526671"/>
                </a:solidFill>
                <a:latin typeface="Arial"/>
                <a:ea typeface="Arial"/>
                <a:cs typeface="Arial"/>
              </a:defRPr>
            </a:pPr>
            <a:r>
              <a:rPr sz="1500" b="0">
                <a:solidFill>
                  <a:srgbClr val="526671"/>
                </a:solidFill>
                <a:latin typeface="Arial"/>
                <a:ea typeface="Arial"/>
                <a:cs typeface="Arial"/>
              </a:rPr>
              <a:t>ARK v1.1 · 12 answerable + 12 unanswerable questions</a:t>
            </a:r>
          </a:p>
        </p:txBody>
      </p:sp>
      <p:sp>
        <p:nvSpPr>
          <p:cNvPr id="8" name="">
            <a:extLst xmlns:a="http://schemas.openxmlformats.org/drawingml/2006/main">
              <a:ext uri="{FF2B5EF4-FFF2-40B4-BE49-F238E27FC236}">
                <a16:creationId xmlns:a16="http://schemas.microsoft.com/office/drawing/2014/main" id="{D7247763-28D3-4C1E-B456-D8053289C16D}"/>
              </a:ext>
            </a:extLst>
          </p:cNvPr>
          <p:cNvSpPr>
            <a:spLocks xmlns:a="http://schemas.openxmlformats.org/drawingml/2006/main" noGrp="1"/>
          </p:cNvSpPr>
          <p:nvPr/>
        </p:nvSpPr>
        <p:spPr>
          <a:xfrm xmlns:a="http://schemas.openxmlformats.org/drawingml/2006/main">
            <a:off x="590550" y="1333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2D4C"/>
                </a:solidFill>
                <a:latin typeface="Arial"/>
                <a:ea typeface="Arial"/>
                <a:cs typeface="Arial"/>
              </a:defRPr>
            </a:defPPr>
            <a:lvl1pPr>
              <a:defRPr sz="1950" b="1">
                <a:solidFill>
                  <a:srgbClr val="002D4C"/>
                </a:solidFill>
                <a:latin typeface="Arial"/>
                <a:ea typeface="Arial"/>
                <a:cs typeface="Arial"/>
              </a:defRPr>
            </a:lvl1pPr>
            <a:lvl2pPr>
              <a:defRPr sz="1950" b="1">
                <a:solidFill>
                  <a:srgbClr val="002D4C"/>
                </a:solidFill>
                <a:latin typeface="Arial"/>
                <a:ea typeface="Arial"/>
                <a:cs typeface="Arial"/>
              </a:defRPr>
            </a:lvl2pPr>
            <a:lvl3pPr>
              <a:defRPr sz="1950" b="1">
                <a:solidFill>
                  <a:srgbClr val="002D4C"/>
                </a:solidFill>
                <a:latin typeface="Arial"/>
                <a:ea typeface="Arial"/>
                <a:cs typeface="Arial"/>
              </a:defRPr>
            </a:lvl3pPr>
            <a:lvl4pPr>
              <a:defRPr sz="1950" b="1">
                <a:solidFill>
                  <a:srgbClr val="002D4C"/>
                </a:solidFill>
                <a:latin typeface="Arial"/>
                <a:ea typeface="Arial"/>
                <a:cs typeface="Arial"/>
              </a:defRPr>
            </a:lvl4pPr>
            <a:lvl5pPr>
              <a:defRPr sz="1950" b="1">
                <a:solidFill>
                  <a:srgbClr val="002D4C"/>
                </a:solidFill>
                <a:latin typeface="Arial"/>
                <a:ea typeface="Arial"/>
                <a:cs typeface="Arial"/>
              </a:defRPr>
            </a:lvl5pPr>
            <a:lvl6pPr>
              <a:defRPr sz="1950" b="1">
                <a:solidFill>
                  <a:srgbClr val="002D4C"/>
                </a:solidFill>
                <a:latin typeface="Arial"/>
                <a:ea typeface="Arial"/>
                <a:cs typeface="Arial"/>
              </a:defRPr>
            </a:lvl6pPr>
            <a:lvl7pPr>
              <a:defRPr sz="1950" b="1">
                <a:solidFill>
                  <a:srgbClr val="002D4C"/>
                </a:solidFill>
                <a:latin typeface="Arial"/>
                <a:ea typeface="Arial"/>
                <a:cs typeface="Arial"/>
              </a:defRPr>
            </a:lvl7pPr>
            <a:lvl8pPr>
              <a:defRPr sz="1950" b="1">
                <a:solidFill>
                  <a:srgbClr val="002D4C"/>
                </a:solidFill>
                <a:latin typeface="Arial"/>
                <a:ea typeface="Arial"/>
                <a:cs typeface="Arial"/>
              </a:defRPr>
            </a:lvl8pPr>
            <a:lvl9pPr>
              <a:defRPr sz="1950" b="1">
                <a:solidFill>
                  <a:srgbClr val="002D4C"/>
                </a:solidFill>
                <a:latin typeface="Arial"/>
                <a:ea typeface="Arial"/>
                <a:cs typeface="Arial"/>
              </a:defRPr>
            </a:lvl9pPr>
          </a:lstStyle>
          <a:p xmlns:a="http://schemas.openxmlformats.org/drawingml/2006/main">
            <a:pPr>
              <a:defRPr sz="1950" b="1">
                <a:solidFill>
                  <a:srgbClr val="002D4C"/>
                </a:solidFill>
                <a:latin typeface="Arial"/>
                <a:ea typeface="Arial"/>
                <a:cs typeface="Arial"/>
              </a:defRPr>
            </a:pPr>
            <a:r>
              <a:rPr sz="1950" b="1">
                <a:solidFill>
                  <a:srgbClr val="002D4C"/>
                </a:solidFill>
                <a:latin typeface="Arial"/>
                <a:ea typeface="Arial"/>
                <a:cs typeface="Arial"/>
              </a:rPr>
              <a:t>Decision accuracy: 62.5% (15/24)</a:t>
            </a:r>
          </a:p>
        </p:txBody>
      </p:sp>
      <p:sp>
        <p:nvSpPr>
          <p:cNvPr id="9" name="">
            <a:extLst xmlns:a="http://schemas.openxmlformats.org/drawingml/2006/main">
              <a:ext uri="{FF2B5EF4-FFF2-40B4-BE49-F238E27FC236}">
                <a16:creationId xmlns:a16="http://schemas.microsoft.com/office/drawing/2014/main" id="{39CEAB84-FA72-49FB-A22C-0379C8CF5F14}"/>
              </a:ext>
            </a:extLst>
          </p:cNvPr>
          <p:cNvSpPr>
            <a:spLocks xmlns:a="http://schemas.openxmlformats.org/drawingml/2006/main" noGrp="1"/>
          </p:cNvSpPr>
          <p:nvPr/>
        </p:nvSpPr>
        <p:spPr>
          <a:xfrm xmlns:a="http://schemas.openxmlformats.org/drawingml/2006/main">
            <a:off x="590550" y="19526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002D4C"/>
                </a:solidFill>
                <a:latin typeface="Arial"/>
                <a:ea typeface="Arial"/>
                <a:cs typeface="Arial"/>
              </a:defRPr>
            </a:defPPr>
            <a:lvl1pPr>
              <a:defRPr sz="1800" b="0">
                <a:solidFill>
                  <a:srgbClr val="002D4C"/>
                </a:solidFill>
                <a:latin typeface="Arial"/>
                <a:ea typeface="Arial"/>
                <a:cs typeface="Arial"/>
              </a:defRPr>
            </a:lvl1pPr>
            <a:lvl2pPr>
              <a:defRPr sz="1800" b="0">
                <a:solidFill>
                  <a:srgbClr val="002D4C"/>
                </a:solidFill>
                <a:latin typeface="Arial"/>
                <a:ea typeface="Arial"/>
                <a:cs typeface="Arial"/>
              </a:defRPr>
            </a:lvl2pPr>
            <a:lvl3pPr>
              <a:defRPr sz="1800" b="0">
                <a:solidFill>
                  <a:srgbClr val="002D4C"/>
                </a:solidFill>
                <a:latin typeface="Arial"/>
                <a:ea typeface="Arial"/>
                <a:cs typeface="Arial"/>
              </a:defRPr>
            </a:lvl3pPr>
            <a:lvl4pPr>
              <a:defRPr sz="1800" b="0">
                <a:solidFill>
                  <a:srgbClr val="002D4C"/>
                </a:solidFill>
                <a:latin typeface="Arial"/>
                <a:ea typeface="Arial"/>
                <a:cs typeface="Arial"/>
              </a:defRPr>
            </a:lvl4pPr>
            <a:lvl5pPr>
              <a:defRPr sz="1800" b="0">
                <a:solidFill>
                  <a:srgbClr val="002D4C"/>
                </a:solidFill>
                <a:latin typeface="Arial"/>
                <a:ea typeface="Arial"/>
                <a:cs typeface="Arial"/>
              </a:defRPr>
            </a:lvl5pPr>
            <a:lvl6pPr>
              <a:defRPr sz="1800" b="0">
                <a:solidFill>
                  <a:srgbClr val="002D4C"/>
                </a:solidFill>
                <a:latin typeface="Arial"/>
                <a:ea typeface="Arial"/>
                <a:cs typeface="Arial"/>
              </a:defRPr>
            </a:lvl6pPr>
            <a:lvl7pPr>
              <a:defRPr sz="1800" b="0">
                <a:solidFill>
                  <a:srgbClr val="002D4C"/>
                </a:solidFill>
                <a:latin typeface="Arial"/>
                <a:ea typeface="Arial"/>
                <a:cs typeface="Arial"/>
              </a:defRPr>
            </a:lvl7pPr>
            <a:lvl8pPr>
              <a:defRPr sz="1800" b="0">
                <a:solidFill>
                  <a:srgbClr val="002D4C"/>
                </a:solidFill>
                <a:latin typeface="Arial"/>
                <a:ea typeface="Arial"/>
                <a:cs typeface="Arial"/>
              </a:defRPr>
            </a:lvl8pPr>
            <a:lvl9pPr>
              <a:defRPr sz="1800" b="0">
                <a:solidFill>
                  <a:srgbClr val="002D4C"/>
                </a:solidFill>
                <a:latin typeface="Arial"/>
                <a:ea typeface="Arial"/>
                <a:cs typeface="Arial"/>
              </a:defRPr>
            </a:lvl9pPr>
          </a:lstStyle>
          <a:p xmlns:a="http://schemas.openxmlformats.org/drawingml/2006/main">
            <a:pPr>
              <a:defRPr sz="1800" b="0">
                <a:solidFill>
                  <a:srgbClr val="002D4C"/>
                </a:solidFill>
                <a:latin typeface="Arial"/>
                <a:ea typeface="Arial"/>
                <a:cs typeface="Arial"/>
              </a:defRPr>
            </a:pPr>
            <a:r>
              <a:rPr sz="1800" b="0">
                <a:solidFill>
                  <a:srgbClr val="002D4C"/>
                </a:solidFill>
                <a:latin typeface="Arial"/>
                <a:ea typeface="Arial"/>
                <a:cs typeface="Arial"/>
              </a:rPr>
              <a:t>Hallucination rate: 50.0% — Answered 6/12 unanswerable questions.</a:t>
            </a:r>
          </a:p>
        </p:txBody>
      </p:sp>
      <p:sp>
        <p:nvSpPr>
          <p:cNvPr id="10" name="">
            <a:extLst xmlns:a="http://schemas.openxmlformats.org/drawingml/2006/main">
              <a:ext uri="{FF2B5EF4-FFF2-40B4-BE49-F238E27FC236}">
                <a16:creationId xmlns:a16="http://schemas.microsoft.com/office/drawing/2014/main" id="{CF723B12-BA4A-47AD-8F4D-265C48C72D44}"/>
              </a:ext>
            </a:extLst>
          </p:cNvPr>
          <p:cNvSpPr>
            <a:spLocks xmlns:a="http://schemas.openxmlformats.org/drawingml/2006/main" noGrp="1"/>
          </p:cNvSpPr>
          <p:nvPr/>
        </p:nvSpPr>
        <p:spPr>
          <a:xfrm xmlns:a="http://schemas.openxmlformats.org/drawingml/2006/main">
            <a:off x="590550" y="24098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002D4C"/>
                </a:solidFill>
                <a:latin typeface="Arial"/>
                <a:ea typeface="Arial"/>
                <a:cs typeface="Arial"/>
              </a:defRPr>
            </a:defPPr>
            <a:lvl1pPr>
              <a:defRPr sz="1800" b="0">
                <a:solidFill>
                  <a:srgbClr val="002D4C"/>
                </a:solidFill>
                <a:latin typeface="Arial"/>
                <a:ea typeface="Arial"/>
                <a:cs typeface="Arial"/>
              </a:defRPr>
            </a:lvl1pPr>
            <a:lvl2pPr>
              <a:defRPr sz="1800" b="0">
                <a:solidFill>
                  <a:srgbClr val="002D4C"/>
                </a:solidFill>
                <a:latin typeface="Arial"/>
                <a:ea typeface="Arial"/>
                <a:cs typeface="Arial"/>
              </a:defRPr>
            </a:lvl2pPr>
            <a:lvl3pPr>
              <a:defRPr sz="1800" b="0">
                <a:solidFill>
                  <a:srgbClr val="002D4C"/>
                </a:solidFill>
                <a:latin typeface="Arial"/>
                <a:ea typeface="Arial"/>
                <a:cs typeface="Arial"/>
              </a:defRPr>
            </a:lvl3pPr>
            <a:lvl4pPr>
              <a:defRPr sz="1800" b="0">
                <a:solidFill>
                  <a:srgbClr val="002D4C"/>
                </a:solidFill>
                <a:latin typeface="Arial"/>
                <a:ea typeface="Arial"/>
                <a:cs typeface="Arial"/>
              </a:defRPr>
            </a:lvl4pPr>
            <a:lvl5pPr>
              <a:defRPr sz="1800" b="0">
                <a:solidFill>
                  <a:srgbClr val="002D4C"/>
                </a:solidFill>
                <a:latin typeface="Arial"/>
                <a:ea typeface="Arial"/>
                <a:cs typeface="Arial"/>
              </a:defRPr>
            </a:lvl5pPr>
            <a:lvl6pPr>
              <a:defRPr sz="1800" b="0">
                <a:solidFill>
                  <a:srgbClr val="002D4C"/>
                </a:solidFill>
                <a:latin typeface="Arial"/>
                <a:ea typeface="Arial"/>
                <a:cs typeface="Arial"/>
              </a:defRPr>
            </a:lvl6pPr>
            <a:lvl7pPr>
              <a:defRPr sz="1800" b="0">
                <a:solidFill>
                  <a:srgbClr val="002D4C"/>
                </a:solidFill>
                <a:latin typeface="Arial"/>
                <a:ea typeface="Arial"/>
                <a:cs typeface="Arial"/>
              </a:defRPr>
            </a:lvl7pPr>
            <a:lvl8pPr>
              <a:defRPr sz="1800" b="0">
                <a:solidFill>
                  <a:srgbClr val="002D4C"/>
                </a:solidFill>
                <a:latin typeface="Arial"/>
                <a:ea typeface="Arial"/>
                <a:cs typeface="Arial"/>
              </a:defRPr>
            </a:lvl8pPr>
            <a:lvl9pPr>
              <a:defRPr sz="1800" b="0">
                <a:solidFill>
                  <a:srgbClr val="002D4C"/>
                </a:solidFill>
                <a:latin typeface="Arial"/>
                <a:ea typeface="Arial"/>
                <a:cs typeface="Arial"/>
              </a:defRPr>
            </a:lvl9pPr>
          </a:lstStyle>
          <a:p xmlns:a="http://schemas.openxmlformats.org/drawingml/2006/main">
            <a:pPr>
              <a:defRPr sz="1800" b="0">
                <a:solidFill>
                  <a:srgbClr val="002D4C"/>
                </a:solidFill>
                <a:latin typeface="Arial"/>
                <a:ea typeface="Arial"/>
                <a:cs typeface="Arial"/>
              </a:defRPr>
            </a:pPr>
            <a:r>
              <a:rPr sz="1800" b="0">
                <a:solidFill>
                  <a:srgbClr val="002D4C"/>
                </a:solidFill>
                <a:latin typeface="Arial"/>
                <a:ea typeface="Arial"/>
                <a:cs typeface="Arial"/>
              </a:rPr>
              <a:t>False refusal rate: 25.0% — Refused 3/12 answerable questions.</a:t>
            </a:r>
          </a:p>
        </p:txBody>
      </p:sp>
      <p:sp>
        <p:nvSpPr>
          <p:cNvPr id="11" name="">
            <a:extLst xmlns:a="http://schemas.openxmlformats.org/drawingml/2006/main">
              <a:ext uri="{FF2B5EF4-FFF2-40B4-BE49-F238E27FC236}">
                <a16:creationId xmlns:a16="http://schemas.microsoft.com/office/drawing/2014/main" id="{6D00D755-B88A-44D3-923F-FE4530ECB5D9}"/>
              </a:ext>
            </a:extLst>
          </p:cNvPr>
          <p:cNvSpPr>
            <a:spLocks xmlns:a="http://schemas.openxmlformats.org/drawingml/2006/main" noGrp="1"/>
          </p:cNvSpPr>
          <p:nvPr/>
        </p:nvSpPr>
        <p:spPr>
          <a:xfrm xmlns:a="http://schemas.openxmlformats.org/drawingml/2006/main">
            <a:off x="590550" y="29813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671"/>
                </a:solidFill>
                <a:latin typeface="Arial"/>
                <a:ea typeface="Arial"/>
                <a:cs typeface="Arial"/>
              </a:defRPr>
            </a:defPPr>
            <a:lvl1pPr>
              <a:defRPr sz="1500" b="0">
                <a:solidFill>
                  <a:srgbClr val="526671"/>
                </a:solidFill>
                <a:latin typeface="Arial"/>
                <a:ea typeface="Arial"/>
                <a:cs typeface="Arial"/>
              </a:defRPr>
            </a:lvl1pPr>
            <a:lvl2pPr>
              <a:defRPr sz="1500" b="0">
                <a:solidFill>
                  <a:srgbClr val="526671"/>
                </a:solidFill>
                <a:latin typeface="Arial"/>
                <a:ea typeface="Arial"/>
                <a:cs typeface="Arial"/>
              </a:defRPr>
            </a:lvl2pPr>
            <a:lvl3pPr>
              <a:defRPr sz="1500" b="0">
                <a:solidFill>
                  <a:srgbClr val="526671"/>
                </a:solidFill>
                <a:latin typeface="Arial"/>
                <a:ea typeface="Arial"/>
                <a:cs typeface="Arial"/>
              </a:defRPr>
            </a:lvl3pPr>
            <a:lvl4pPr>
              <a:defRPr sz="1500" b="0">
                <a:solidFill>
                  <a:srgbClr val="526671"/>
                </a:solidFill>
                <a:latin typeface="Arial"/>
                <a:ea typeface="Arial"/>
                <a:cs typeface="Arial"/>
              </a:defRPr>
            </a:lvl4pPr>
            <a:lvl5pPr>
              <a:defRPr sz="1500" b="0">
                <a:solidFill>
                  <a:srgbClr val="526671"/>
                </a:solidFill>
                <a:latin typeface="Arial"/>
                <a:ea typeface="Arial"/>
                <a:cs typeface="Arial"/>
              </a:defRPr>
            </a:lvl5pPr>
            <a:lvl6pPr>
              <a:defRPr sz="1500" b="0">
                <a:solidFill>
                  <a:srgbClr val="526671"/>
                </a:solidFill>
                <a:latin typeface="Arial"/>
                <a:ea typeface="Arial"/>
                <a:cs typeface="Arial"/>
              </a:defRPr>
            </a:lvl6pPr>
            <a:lvl7pPr>
              <a:defRPr sz="1500" b="0">
                <a:solidFill>
                  <a:srgbClr val="526671"/>
                </a:solidFill>
                <a:latin typeface="Arial"/>
                <a:ea typeface="Arial"/>
                <a:cs typeface="Arial"/>
              </a:defRPr>
            </a:lvl7pPr>
            <a:lvl8pPr>
              <a:defRPr sz="1500" b="0">
                <a:solidFill>
                  <a:srgbClr val="526671"/>
                </a:solidFill>
                <a:latin typeface="Arial"/>
                <a:ea typeface="Arial"/>
                <a:cs typeface="Arial"/>
              </a:defRPr>
            </a:lvl8pPr>
            <a:lvl9pPr>
              <a:defRPr sz="1500" b="0">
                <a:solidFill>
                  <a:srgbClr val="526671"/>
                </a:solidFill>
                <a:latin typeface="Arial"/>
                <a:ea typeface="Arial"/>
                <a:cs typeface="Arial"/>
              </a:defRPr>
            </a:lvl9pPr>
          </a:lstStyle>
          <a:p xmlns:a="http://schemas.openxmlformats.org/drawingml/2006/main">
            <a:pPr>
              <a:defRPr sz="1500" b="0">
                <a:solidFill>
                  <a:srgbClr val="526671"/>
                </a:solidFill>
                <a:latin typeface="Arial"/>
                <a:ea typeface="Arial"/>
                <a:cs typeface="Arial"/>
              </a:defRPr>
            </a:pPr>
            <a:r>
              <a:rPr sz="1500" b="0">
                <a:solidFill>
                  <a:srgbClr val="526671"/>
                </a:solidFill>
                <a:latin typeface="Arial"/>
                <a:ea typeface="Arial"/>
                <a:cs typeface="Arial"/>
              </a:rPr>
              <a:t>Answer content correctness is not evaluated here.</a:t>
            </a:r>
          </a:p>
        </p:txBody>
      </p:sp>
    </p:spTree>
    <p:extLst>
      <p:ext uri="{BB962C8B-B14F-4D97-AF65-F5344CB8AC3E}">
        <p14:creationId xmlns:p14="http://schemas.microsoft.com/office/powerpoint/2010/main" val="20468315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Rectangle 3">
            <a:extLst xmlns:a="http://schemas.openxmlformats.org/drawingml/2006/main">
              <a:ext uri="{FF2B5EF4-FFF2-40B4-BE49-F238E27FC236}">
                <a16:creationId xmlns:a16="http://schemas.microsoft.com/office/drawing/2014/main" id="{0E3F3AB1-F9D5-4C67-8EAD-215824F5935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968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C4EE652C-D2D0-40B4-976B-F2A6AF174B53}"/>
              </a:ext>
            </a:extLst>
          </p:cNvPr>
          <p:cNvSpPr>
            <a:spLocks xmlns:a="http://schemas.openxmlformats.org/drawingml/2006/main" noGrp="1"/>
          </p:cNvSpPr>
          <p:nvPr/>
        </p:nvSpPr>
        <p:spPr>
          <a:xfrm xmlns:a="http://schemas.openxmlformats.org/drawingml/2006/main">
            <a:off x="590550" y="323850"/>
            <a:ext cx="11010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002D4C"/>
                </a:solidFill>
                <a:latin typeface="Franklin Gothic Medium"/>
                <a:ea typeface="Franklin Gothic Medium"/>
                <a:cs typeface="Franklin Gothic Medium"/>
              </a:defRPr>
            </a:defPPr>
            <a:lvl1pPr>
              <a:defRPr sz="2550" b="0">
                <a:solidFill>
                  <a:srgbClr val="002D4C"/>
                </a:solidFill>
                <a:latin typeface="Franklin Gothic Medium"/>
                <a:ea typeface="Franklin Gothic Medium"/>
                <a:cs typeface="Franklin Gothic Medium"/>
              </a:defRPr>
            </a:lvl1pPr>
            <a:lvl2pPr>
              <a:defRPr sz="2550" b="0">
                <a:solidFill>
                  <a:srgbClr val="002D4C"/>
                </a:solidFill>
                <a:latin typeface="Franklin Gothic Medium"/>
                <a:ea typeface="Franklin Gothic Medium"/>
                <a:cs typeface="Franklin Gothic Medium"/>
              </a:defRPr>
            </a:lvl2pPr>
            <a:lvl3pPr>
              <a:defRPr sz="2550" b="0">
                <a:solidFill>
                  <a:srgbClr val="002D4C"/>
                </a:solidFill>
                <a:latin typeface="Franklin Gothic Medium"/>
                <a:ea typeface="Franklin Gothic Medium"/>
                <a:cs typeface="Franklin Gothic Medium"/>
              </a:defRPr>
            </a:lvl3pPr>
            <a:lvl4pPr>
              <a:defRPr sz="2550" b="0">
                <a:solidFill>
                  <a:srgbClr val="002D4C"/>
                </a:solidFill>
                <a:latin typeface="Franklin Gothic Medium"/>
                <a:ea typeface="Franklin Gothic Medium"/>
                <a:cs typeface="Franklin Gothic Medium"/>
              </a:defRPr>
            </a:lvl4pPr>
            <a:lvl5pPr>
              <a:defRPr sz="2550" b="0">
                <a:solidFill>
                  <a:srgbClr val="002D4C"/>
                </a:solidFill>
                <a:latin typeface="Franklin Gothic Medium"/>
                <a:ea typeface="Franklin Gothic Medium"/>
                <a:cs typeface="Franklin Gothic Medium"/>
              </a:defRPr>
            </a:lvl5pPr>
            <a:lvl6pPr>
              <a:defRPr sz="2550" b="0">
                <a:solidFill>
                  <a:srgbClr val="002D4C"/>
                </a:solidFill>
                <a:latin typeface="Franklin Gothic Medium"/>
                <a:ea typeface="Franklin Gothic Medium"/>
                <a:cs typeface="Franklin Gothic Medium"/>
              </a:defRPr>
            </a:lvl6pPr>
            <a:lvl7pPr>
              <a:defRPr sz="2550" b="0">
                <a:solidFill>
                  <a:srgbClr val="002D4C"/>
                </a:solidFill>
                <a:latin typeface="Franklin Gothic Medium"/>
                <a:ea typeface="Franklin Gothic Medium"/>
                <a:cs typeface="Franklin Gothic Medium"/>
              </a:defRPr>
            </a:lvl7pPr>
            <a:lvl8pPr>
              <a:defRPr sz="2550" b="0">
                <a:solidFill>
                  <a:srgbClr val="002D4C"/>
                </a:solidFill>
                <a:latin typeface="Franklin Gothic Medium"/>
                <a:ea typeface="Franklin Gothic Medium"/>
                <a:cs typeface="Franklin Gothic Medium"/>
              </a:defRPr>
            </a:lvl8pPr>
            <a:lvl9pPr>
              <a:defRPr sz="2550" b="0">
                <a:solidFill>
                  <a:srgbClr val="002D4C"/>
                </a:solidFill>
                <a:latin typeface="Franklin Gothic Medium"/>
                <a:ea typeface="Franklin Gothic Medium"/>
                <a:cs typeface="Franklin Gothic Medium"/>
              </a:defRPr>
            </a:lvl9pPr>
          </a:lstStyle>
          <a:p xmlns:a="http://schemas.openxmlformats.org/drawingml/2006/main">
            <a:pPr>
              <a:defRPr sz="2550" b="0">
                <a:solidFill>
                  <a:srgbClr val="002D4C"/>
                </a:solidFill>
                <a:latin typeface="Franklin Gothic Medium"/>
                <a:ea typeface="Franklin Gothic Medium"/>
                <a:cs typeface="Franklin Gothic Medium"/>
              </a:defRPr>
            </a:pPr>
            <a:r>
              <a:rPr sz="2550" b="0">
                <a:solidFill>
                  <a:srgbClr val="002D4C"/>
                </a:solidFill>
                <a:latin typeface="Franklin Gothic Medium"/>
                <a:ea typeface="Franklin Gothic Medium"/>
                <a:cs typeface="Franklin Gothic Medium"/>
              </a:rPr>
              <a:t>CRLT: ARK v1 vs. ARK v1.1</a:t>
            </a:r>
          </a:p>
        </p:txBody>
      </p:sp>
      <p:sp>
        <p:nvSpPr>
          <p:cNvPr id="5" name="">
            <a:extLst xmlns:a="http://schemas.openxmlformats.org/drawingml/2006/main">
              <a:ext uri="{FF2B5EF4-FFF2-40B4-BE49-F238E27FC236}">
                <a16:creationId xmlns:a16="http://schemas.microsoft.com/office/drawing/2014/main" id="{D1735972-F465-4318-AA79-0F314C1E360B}"/>
              </a:ext>
            </a:extLst>
          </p:cNvPr>
          <p:cNvSpPr>
            <a:spLocks xmlns:a="http://schemas.openxmlformats.org/drawingml/2006/main" noGrp="1"/>
          </p:cNvSpPr>
          <p:nvPr/>
        </p:nvSpPr>
        <p:spPr>
          <a:xfrm xmlns:a="http://schemas.openxmlformats.org/drawingml/2006/main">
            <a:off x="590550" y="65532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768993"/>
                </a:solidFill>
                <a:latin typeface="Arial"/>
                <a:ea typeface="Arial"/>
                <a:cs typeface="Arial"/>
              </a:defRPr>
            </a:defPPr>
            <a:lvl1pPr>
              <a:defRPr sz="750" b="0">
                <a:solidFill>
                  <a:srgbClr val="768993"/>
                </a:solidFill>
                <a:latin typeface="Arial"/>
                <a:ea typeface="Arial"/>
                <a:cs typeface="Arial"/>
              </a:defRPr>
            </a:lvl1pPr>
            <a:lvl2pPr>
              <a:defRPr sz="750" b="0">
                <a:solidFill>
                  <a:srgbClr val="768993"/>
                </a:solidFill>
                <a:latin typeface="Arial"/>
                <a:ea typeface="Arial"/>
                <a:cs typeface="Arial"/>
              </a:defRPr>
            </a:lvl2pPr>
            <a:lvl3pPr>
              <a:defRPr sz="750" b="0">
                <a:solidFill>
                  <a:srgbClr val="768993"/>
                </a:solidFill>
                <a:latin typeface="Arial"/>
                <a:ea typeface="Arial"/>
                <a:cs typeface="Arial"/>
              </a:defRPr>
            </a:lvl3pPr>
            <a:lvl4pPr>
              <a:defRPr sz="750" b="0">
                <a:solidFill>
                  <a:srgbClr val="768993"/>
                </a:solidFill>
                <a:latin typeface="Arial"/>
                <a:ea typeface="Arial"/>
                <a:cs typeface="Arial"/>
              </a:defRPr>
            </a:lvl4pPr>
            <a:lvl5pPr>
              <a:defRPr sz="750" b="0">
                <a:solidFill>
                  <a:srgbClr val="768993"/>
                </a:solidFill>
                <a:latin typeface="Arial"/>
                <a:ea typeface="Arial"/>
                <a:cs typeface="Arial"/>
              </a:defRPr>
            </a:lvl5pPr>
            <a:lvl6pPr>
              <a:defRPr sz="750" b="0">
                <a:solidFill>
                  <a:srgbClr val="768993"/>
                </a:solidFill>
                <a:latin typeface="Arial"/>
                <a:ea typeface="Arial"/>
                <a:cs typeface="Arial"/>
              </a:defRPr>
            </a:lvl6pPr>
            <a:lvl7pPr>
              <a:defRPr sz="750" b="0">
                <a:solidFill>
                  <a:srgbClr val="768993"/>
                </a:solidFill>
                <a:latin typeface="Arial"/>
                <a:ea typeface="Arial"/>
                <a:cs typeface="Arial"/>
              </a:defRPr>
            </a:lvl7pPr>
            <a:lvl8pPr>
              <a:defRPr sz="750" b="0">
                <a:solidFill>
                  <a:srgbClr val="768993"/>
                </a:solidFill>
                <a:latin typeface="Arial"/>
                <a:ea typeface="Arial"/>
                <a:cs typeface="Arial"/>
              </a:defRPr>
            </a:lvl8pPr>
            <a:lvl9pPr>
              <a:defRPr sz="750" b="0">
                <a:solidFill>
                  <a:srgbClr val="768993"/>
                </a:solidFill>
                <a:latin typeface="Arial"/>
                <a:ea typeface="Arial"/>
                <a:cs typeface="Arial"/>
              </a:defRPr>
            </a:lvl9pPr>
          </a:lstStyle>
          <a:p xmlns:a="http://schemas.openxmlformats.org/drawingml/2006/main">
            <a:pPr>
              <a:defRPr sz="750" b="0">
                <a:solidFill>
                  <a:srgbClr val="768993"/>
                </a:solidFill>
                <a:latin typeface="Arial"/>
                <a:ea typeface="Arial"/>
                <a:cs typeface="Arial"/>
              </a:defRPr>
            </a:pPr>
            <a:r>
              <a:rPr sz="750" b="0">
                <a:solidFill>
                  <a:srgbClr val="768993"/>
                </a:solidFill>
                <a:latin typeface="Arial"/>
                <a:ea typeface="Arial"/>
                <a:cs typeface="Arial"/>
              </a:rPr>
              <a:t>KG Agent Master Thesis · Progress Update</a:t>
            </a:r>
          </a:p>
        </p:txBody>
      </p:sp>
      <p:sp>
        <p:nvSpPr>
          <p:cNvPr id="6" name="">
            <a:extLst xmlns:a="http://schemas.openxmlformats.org/drawingml/2006/main">
              <a:ext uri="{FF2B5EF4-FFF2-40B4-BE49-F238E27FC236}">
                <a16:creationId xmlns:a16="http://schemas.microsoft.com/office/drawing/2014/main" id="{145635FA-1F54-4221-8358-5ABF3AD348D8}"/>
              </a:ext>
            </a:extLst>
          </p:cNvPr>
          <p:cNvSpPr>
            <a:spLocks xmlns:a="http://schemas.openxmlformats.org/drawingml/2006/main" noGrp="1"/>
          </p:cNvSpPr>
          <p:nvPr/>
        </p:nvSpPr>
        <p:spPr>
          <a:xfrm xmlns:a="http://schemas.openxmlformats.org/drawingml/2006/main">
            <a:off x="10668000" y="65532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768993"/>
                </a:solidFill>
                <a:latin typeface="Arial"/>
                <a:ea typeface="Arial"/>
                <a:cs typeface="Arial"/>
              </a:defRPr>
            </a:defPPr>
            <a:lvl1pPr>
              <a:defRPr sz="750" b="0">
                <a:solidFill>
                  <a:srgbClr val="768993"/>
                </a:solidFill>
                <a:latin typeface="Arial"/>
                <a:ea typeface="Arial"/>
                <a:cs typeface="Arial"/>
              </a:defRPr>
            </a:lvl1pPr>
            <a:lvl2pPr>
              <a:defRPr sz="750" b="0">
                <a:solidFill>
                  <a:srgbClr val="768993"/>
                </a:solidFill>
                <a:latin typeface="Arial"/>
                <a:ea typeface="Arial"/>
                <a:cs typeface="Arial"/>
              </a:defRPr>
            </a:lvl2pPr>
            <a:lvl3pPr>
              <a:defRPr sz="750" b="0">
                <a:solidFill>
                  <a:srgbClr val="768993"/>
                </a:solidFill>
                <a:latin typeface="Arial"/>
                <a:ea typeface="Arial"/>
                <a:cs typeface="Arial"/>
              </a:defRPr>
            </a:lvl3pPr>
            <a:lvl4pPr>
              <a:defRPr sz="750" b="0">
                <a:solidFill>
                  <a:srgbClr val="768993"/>
                </a:solidFill>
                <a:latin typeface="Arial"/>
                <a:ea typeface="Arial"/>
                <a:cs typeface="Arial"/>
              </a:defRPr>
            </a:lvl4pPr>
            <a:lvl5pPr>
              <a:defRPr sz="750" b="0">
                <a:solidFill>
                  <a:srgbClr val="768993"/>
                </a:solidFill>
                <a:latin typeface="Arial"/>
                <a:ea typeface="Arial"/>
                <a:cs typeface="Arial"/>
              </a:defRPr>
            </a:lvl5pPr>
            <a:lvl6pPr>
              <a:defRPr sz="750" b="0">
                <a:solidFill>
                  <a:srgbClr val="768993"/>
                </a:solidFill>
                <a:latin typeface="Arial"/>
                <a:ea typeface="Arial"/>
                <a:cs typeface="Arial"/>
              </a:defRPr>
            </a:lvl6pPr>
            <a:lvl7pPr>
              <a:defRPr sz="750" b="0">
                <a:solidFill>
                  <a:srgbClr val="768993"/>
                </a:solidFill>
                <a:latin typeface="Arial"/>
                <a:ea typeface="Arial"/>
                <a:cs typeface="Arial"/>
              </a:defRPr>
            </a:lvl7pPr>
            <a:lvl8pPr>
              <a:defRPr sz="750" b="0">
                <a:solidFill>
                  <a:srgbClr val="768993"/>
                </a:solidFill>
                <a:latin typeface="Arial"/>
                <a:ea typeface="Arial"/>
                <a:cs typeface="Arial"/>
              </a:defRPr>
            </a:lvl8pPr>
            <a:lvl9pPr>
              <a:defRPr sz="750" b="0">
                <a:solidFill>
                  <a:srgbClr val="768993"/>
                </a:solidFill>
                <a:latin typeface="Arial"/>
                <a:ea typeface="Arial"/>
                <a:cs typeface="Arial"/>
              </a:defRPr>
            </a:lvl9pPr>
          </a:lstStyle>
          <a:p xmlns:a="http://schemas.openxmlformats.org/drawingml/2006/main">
            <a:pPr>
              <a:defRPr sz="750" b="0">
                <a:solidFill>
                  <a:srgbClr val="768993"/>
                </a:solidFill>
                <a:latin typeface="Arial"/>
                <a:ea typeface="Arial"/>
                <a:cs typeface="Arial"/>
              </a:defRPr>
            </a:pPr>
            <a:r>
              <a:rPr sz="750" b="0">
                <a:solidFill>
                  <a:srgbClr val="768993"/>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A7658898-85C5-4155-9E15-B3F6CF4C03A7}"/>
              </a:ext>
            </a:extLst>
          </p:cNvPr>
          <p:cNvSpPr>
            <a:spLocks xmlns:a="http://schemas.openxmlformats.org/drawingml/2006/main" noGrp="1"/>
          </p:cNvSpPr>
          <p:nvPr/>
        </p:nvSpPr>
        <p:spPr>
          <a:xfrm xmlns:a="http://schemas.openxmlformats.org/drawingml/2006/main">
            <a:off x="590550" y="8667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671"/>
                </a:solidFill>
                <a:latin typeface="Arial"/>
                <a:ea typeface="Arial"/>
                <a:cs typeface="Arial"/>
              </a:defRPr>
            </a:defPPr>
            <a:lvl1pPr>
              <a:defRPr sz="1500" b="0">
                <a:solidFill>
                  <a:srgbClr val="526671"/>
                </a:solidFill>
                <a:latin typeface="Arial"/>
                <a:ea typeface="Arial"/>
                <a:cs typeface="Arial"/>
              </a:defRPr>
            </a:lvl1pPr>
            <a:lvl2pPr>
              <a:defRPr sz="1500" b="0">
                <a:solidFill>
                  <a:srgbClr val="526671"/>
                </a:solidFill>
                <a:latin typeface="Arial"/>
                <a:ea typeface="Arial"/>
                <a:cs typeface="Arial"/>
              </a:defRPr>
            </a:lvl2pPr>
            <a:lvl3pPr>
              <a:defRPr sz="1500" b="0">
                <a:solidFill>
                  <a:srgbClr val="526671"/>
                </a:solidFill>
                <a:latin typeface="Arial"/>
                <a:ea typeface="Arial"/>
                <a:cs typeface="Arial"/>
              </a:defRPr>
            </a:lvl3pPr>
            <a:lvl4pPr>
              <a:defRPr sz="1500" b="0">
                <a:solidFill>
                  <a:srgbClr val="526671"/>
                </a:solidFill>
                <a:latin typeface="Arial"/>
                <a:ea typeface="Arial"/>
                <a:cs typeface="Arial"/>
              </a:defRPr>
            </a:lvl4pPr>
            <a:lvl5pPr>
              <a:defRPr sz="1500" b="0">
                <a:solidFill>
                  <a:srgbClr val="526671"/>
                </a:solidFill>
                <a:latin typeface="Arial"/>
                <a:ea typeface="Arial"/>
                <a:cs typeface="Arial"/>
              </a:defRPr>
            </a:lvl5pPr>
            <a:lvl6pPr>
              <a:defRPr sz="1500" b="0">
                <a:solidFill>
                  <a:srgbClr val="526671"/>
                </a:solidFill>
                <a:latin typeface="Arial"/>
                <a:ea typeface="Arial"/>
                <a:cs typeface="Arial"/>
              </a:defRPr>
            </a:lvl6pPr>
            <a:lvl7pPr>
              <a:defRPr sz="1500" b="0">
                <a:solidFill>
                  <a:srgbClr val="526671"/>
                </a:solidFill>
                <a:latin typeface="Arial"/>
                <a:ea typeface="Arial"/>
                <a:cs typeface="Arial"/>
              </a:defRPr>
            </a:lvl7pPr>
            <a:lvl8pPr>
              <a:defRPr sz="1500" b="0">
                <a:solidFill>
                  <a:srgbClr val="526671"/>
                </a:solidFill>
                <a:latin typeface="Arial"/>
                <a:ea typeface="Arial"/>
                <a:cs typeface="Arial"/>
              </a:defRPr>
            </a:lvl8pPr>
            <a:lvl9pPr>
              <a:defRPr sz="1500" b="0">
                <a:solidFill>
                  <a:srgbClr val="526671"/>
                </a:solidFill>
                <a:latin typeface="Arial"/>
                <a:ea typeface="Arial"/>
                <a:cs typeface="Arial"/>
              </a:defRPr>
            </a:lvl9pPr>
          </a:lstStyle>
          <a:p xmlns:a="http://schemas.openxmlformats.org/drawingml/2006/main">
            <a:pPr>
              <a:defRPr sz="1500" b="0">
                <a:solidFill>
                  <a:srgbClr val="526671"/>
                </a:solidFill>
                <a:latin typeface="Arial"/>
                <a:ea typeface="Arial"/>
                <a:cs typeface="Arial"/>
              </a:defRPr>
            </a:pPr>
            <a:r>
              <a:rPr sz="1500" b="0">
                <a:solidFill>
                  <a:srgbClr val="526671"/>
                </a:solidFill>
                <a:latin typeface="Arial"/>
                <a:ea typeface="Arial"/>
                <a:cs typeface="Arial"/>
              </a:rPr>
              <a:t>15 questions per version</a:t>
            </a:r>
          </a:p>
        </p:txBody>
      </p:sp>
      <p:graphicFrame>
        <p:nvGraphicFramePr>
          <p:cNvPr id="8" name="">
            <a:extLst xmlns:a="http://schemas.openxmlformats.org/drawingml/2006/main">
              <a:ext uri="{FF2B5EF4-FFF2-40B4-BE49-F238E27FC236}">
                <a16:creationId xmlns:a16="http://schemas.microsoft.com/office/drawing/2014/main" id="{974E4198-6AD1-4FB4-A0F6-DC97D8F46763}"/>
              </a:ext>
            </a:extLst>
          </p:cNvPr>
          <p:cNvGraphicFramePr/>
          <p:nvPr/>
        </p:nvGraphicFramePr>
        <p:xfrm>
          <a:off xmlns:a="http://schemas.openxmlformats.org/drawingml/2006/main" x="590550" y="1333500"/>
          <a:ext xmlns:a="http://schemas.openxmlformats.org/drawingml/2006/main" cx="10401300" cy="1514475"/>
        </p:xfrm>
        <a:graphic xmlns:a="http://schemas.openxmlformats.org/drawingml/2006/main">
          <a:graphicData uri="http://schemas.openxmlformats.org/drawingml/2006/table">
            <a:tbl>
              <a:tblPr/>
              <a:tblGrid>
                <a:gridCol w="4000500"/>
                <a:gridCol w="3200400"/>
                <a:gridCol w="3200400"/>
              </a:tblGrid>
              <a:tr h="504825">
                <a:tc>
                  <a:txBody>
                    <a:bodyPr/>
                    <a:lstStyle/>
                    <a:p>
                      <a:r>
                        <a:rPr sz="1725" b="1">
                          <a:solidFill>
                            <a:srgbClr val="FFFFFF"/>
                          </a:solidFill>
                          <a:latin typeface="Arial"/>
                          <a:ea typeface="Arial"/>
                          <a:cs typeface="Arial"/>
                        </a:rPr>
                        <a:t/>
                      </a:r>
                    </a:p>
                  </a:txBody>
                  <a:tcPr marL="91440" marR="91440" marT="45720" marB="45720">
                    <a:lnL w="0">
                      <a:solidFill>
                        <a:srgbClr val="FFFFFF"/>
                      </a:solidFill>
                    </a:lnL>
                    <a:lnR w="0">
                      <a:solidFill>
                        <a:srgbClr val="FFFFFF"/>
                      </a:solidFill>
                    </a:lnR>
                    <a:lnT w="0">
                      <a:solidFill>
                        <a:srgbClr val="FFFFFF"/>
                      </a:solidFill>
                    </a:lnT>
                    <a:lnB w="0">
                      <a:solidFill>
                        <a:srgbClr val="FFFFFF"/>
                      </a:solidFill>
                    </a:lnB>
                    <a:solidFill>
                      <a:srgbClr val="002D4C"/>
                    </a:solidFill>
                  </a:tcPr>
                </a:tc>
                <a:tc>
                  <a:txBody>
                    <a:bodyPr/>
                    <a:lstStyle/>
                    <a:p>
                      <a:r>
                        <a:rPr sz="1725" b="1">
                          <a:solidFill>
                            <a:srgbClr val="FFFFFF"/>
                          </a:solidFill>
                          <a:latin typeface="Arial"/>
                          <a:ea typeface="Arial"/>
                          <a:cs typeface="Arial"/>
                        </a:rPr>
                        <a:t>ARK v1</a:t>
                      </a:r>
                    </a:p>
                  </a:txBody>
                  <a:tcPr marL="91440" marR="91440" marT="45720" marB="45720">
                    <a:lnR w="0">
                      <a:solidFill>
                        <a:srgbClr val="FFFFFF"/>
                      </a:solidFill>
                    </a:lnR>
                    <a:lnT w="0">
                      <a:solidFill>
                        <a:srgbClr val="FFFFFF"/>
                      </a:solidFill>
                    </a:lnT>
                    <a:lnB w="0">
                      <a:solidFill>
                        <a:srgbClr val="FFFFFF"/>
                      </a:solidFill>
                    </a:lnB>
                    <a:solidFill>
                      <a:srgbClr val="002D4C"/>
                    </a:solidFill>
                  </a:tcPr>
                </a:tc>
                <a:tc>
                  <a:txBody>
                    <a:bodyPr/>
                    <a:lstStyle/>
                    <a:p>
                      <a:r>
                        <a:rPr sz="1725" b="1">
                          <a:solidFill>
                            <a:srgbClr val="FFFFFF"/>
                          </a:solidFill>
                          <a:latin typeface="Arial"/>
                          <a:ea typeface="Arial"/>
                          <a:cs typeface="Arial"/>
                        </a:rPr>
                        <a:t>ARK v1.1</a:t>
                      </a:r>
                    </a:p>
                  </a:txBody>
                  <a:tcPr marL="91440" marR="91440" marT="45720" marB="45720">
                    <a:lnR w="0">
                      <a:solidFill>
                        <a:srgbClr val="FFFFFF"/>
                      </a:solidFill>
                    </a:lnR>
                    <a:lnT w="0">
                      <a:solidFill>
                        <a:srgbClr val="FFFFFF"/>
                      </a:solidFill>
                    </a:lnT>
                    <a:lnB w="0">
                      <a:solidFill>
                        <a:srgbClr val="FFFFFF"/>
                      </a:solidFill>
                    </a:lnB>
                    <a:solidFill>
                      <a:srgbClr val="002D4C"/>
                    </a:solidFill>
                  </a:tcPr>
                </a:tc>
              </a:tr>
              <a:tr h="504825">
                <a:tc>
                  <a:txBody>
                    <a:bodyPr/>
                    <a:lstStyle/>
                    <a:p>
                      <a:r>
                        <a:rPr sz="1725" b="1">
                          <a:solidFill>
                            <a:srgbClr val="002D4C"/>
                          </a:solidFill>
                          <a:latin typeface="Arial"/>
                          <a:ea typeface="Arial"/>
                          <a:cs typeface="Arial"/>
                        </a:rPr>
                        <a:t>Boolean accuracy</a:t>
                      </a:r>
                    </a:p>
                  </a:txBody>
                  <a:tcPr marL="91440" marR="91440" marT="45720" marB="45720">
                    <a:lnL w="0">
                      <a:solidFill>
                        <a:srgbClr val="FFFFFF"/>
                      </a:solidFill>
                    </a:lnL>
                    <a:lnR w="0">
                      <a:solidFill>
                        <a:srgbClr val="FFFFFF"/>
                      </a:solidFill>
                    </a:lnR>
                    <a:lnB w="0">
                      <a:solidFill>
                        <a:srgbClr val="FFFFFF"/>
                      </a:solidFill>
                    </a:lnB>
                    <a:solidFill>
                      <a:srgbClr val="EAF6F4"/>
                    </a:solidFill>
                  </a:tcPr>
                </a:tc>
                <a:tc>
                  <a:txBody>
                    <a:bodyPr/>
                    <a:lstStyle/>
                    <a:p>
                      <a:r>
                        <a:rPr sz="1725" b="0">
                          <a:solidFill>
                            <a:srgbClr val="002D4C"/>
                          </a:solidFill>
                          <a:latin typeface="Arial"/>
                          <a:ea typeface="Arial"/>
                          <a:cs typeface="Arial"/>
                        </a:rPr>
                        <a:t>73.3% (11/15)</a:t>
                      </a:r>
                    </a:p>
                  </a:txBody>
                  <a:tcPr marL="91440" marR="91440" marT="45720" marB="45720">
                    <a:lnR w="0">
                      <a:solidFill>
                        <a:srgbClr val="FFFFFF"/>
                      </a:solidFill>
                    </a:lnR>
                    <a:lnB w="0">
                      <a:solidFill>
                        <a:srgbClr val="FFFFFF"/>
                      </a:solidFill>
                    </a:lnB>
                    <a:solidFill>
                      <a:srgbClr val="EAF6F4"/>
                    </a:solidFill>
                  </a:tcPr>
                </a:tc>
                <a:tc>
                  <a:txBody>
                    <a:bodyPr/>
                    <a:lstStyle/>
                    <a:p>
                      <a:r>
                        <a:rPr sz="1725" b="0">
                          <a:solidFill>
                            <a:srgbClr val="002D4C"/>
                          </a:solidFill>
                          <a:latin typeface="Arial"/>
                          <a:ea typeface="Arial"/>
                          <a:cs typeface="Arial"/>
                        </a:rPr>
                        <a:t>86.7% (13/15)</a:t>
                      </a:r>
                    </a:p>
                  </a:txBody>
                  <a:tcPr marL="91440" marR="91440" marT="45720" marB="45720">
                    <a:lnR w="0">
                      <a:solidFill>
                        <a:srgbClr val="FFFFFF"/>
                      </a:solidFill>
                    </a:lnR>
                    <a:lnB w="0">
                      <a:solidFill>
                        <a:srgbClr val="FFFFFF"/>
                      </a:solidFill>
                    </a:lnB>
                    <a:solidFill>
                      <a:srgbClr val="EAF6F4"/>
                    </a:solidFill>
                  </a:tcPr>
                </a:tc>
              </a:tr>
              <a:tr h="504825">
                <a:tc>
                  <a:txBody>
                    <a:bodyPr/>
                    <a:lstStyle/>
                    <a:p>
                      <a:r>
                        <a:rPr sz="1725" b="1">
                          <a:solidFill>
                            <a:srgbClr val="002D4C"/>
                          </a:solidFill>
                          <a:latin typeface="Arial"/>
                          <a:ea typeface="Arial"/>
                          <a:cs typeface="Arial"/>
                        </a:rPr>
                        <a:t>Refusals</a:t>
                      </a:r>
                    </a:p>
                  </a:txBody>
                  <a:tcPr marL="91440" marR="91440" marT="45720" marB="45720">
                    <a:lnL w="0">
                      <a:solidFill>
                        <a:srgbClr val="FFFFFF"/>
                      </a:solidFill>
                    </a:lnL>
                    <a:lnR w="0">
                      <a:solidFill>
                        <a:srgbClr val="FFFFFF"/>
                      </a:solidFill>
                    </a:lnR>
                    <a:lnB w="0">
                      <a:solidFill>
                        <a:srgbClr val="FFFFFF"/>
                      </a:solidFill>
                    </a:lnB>
                    <a:solidFill>
                      <a:srgbClr val="F4F7F8"/>
                    </a:solidFill>
                  </a:tcPr>
                </a:tc>
                <a:tc>
                  <a:txBody>
                    <a:bodyPr/>
                    <a:lstStyle/>
                    <a:p>
                      <a:r>
                        <a:rPr sz="1725" b="0">
                          <a:solidFill>
                            <a:srgbClr val="002D4C"/>
                          </a:solidFill>
                          <a:latin typeface="Arial"/>
                          <a:ea typeface="Arial"/>
                          <a:cs typeface="Arial"/>
                        </a:rPr>
                        <a:t>2</a:t>
                      </a:r>
                    </a:p>
                  </a:txBody>
                  <a:tcPr marL="91440" marR="91440" marT="45720" marB="45720">
                    <a:lnR w="0">
                      <a:solidFill>
                        <a:srgbClr val="FFFFFF"/>
                      </a:solidFill>
                    </a:lnR>
                    <a:lnB w="0">
                      <a:solidFill>
                        <a:srgbClr val="FFFFFF"/>
                      </a:solidFill>
                    </a:lnB>
                    <a:solidFill>
                      <a:srgbClr val="F4F7F8"/>
                    </a:solidFill>
                  </a:tcPr>
                </a:tc>
                <a:tc>
                  <a:txBody>
                    <a:bodyPr/>
                    <a:lstStyle/>
                    <a:p>
                      <a:r>
                        <a:rPr sz="1725" b="0">
                          <a:solidFill>
                            <a:srgbClr val="002D4C"/>
                          </a:solidFill>
                          <a:latin typeface="Arial"/>
                          <a:ea typeface="Arial"/>
                          <a:cs typeface="Arial"/>
                        </a:rPr>
                        <a:t>0</a:t>
                      </a:r>
                    </a:p>
                  </a:txBody>
                  <a:tcPr marL="91440" marR="91440" marT="45720" marB="45720">
                    <a:lnR w="0">
                      <a:solidFill>
                        <a:srgbClr val="FFFFFF"/>
                      </a:solidFill>
                    </a:lnR>
                    <a:lnB w="0">
                      <a:solidFill>
                        <a:srgbClr val="FFFFFF"/>
                      </a:solidFill>
                    </a:lnB>
                    <a:solidFill>
                      <a:srgbClr val="F4F7F8"/>
                    </a:solidFill>
                  </a:tcPr>
                </a:tc>
              </a:tr>
            </a:tbl>
          </a:graphicData>
        </a:graphic>
      </p:graphicFrame>
      <p:sp>
        <p:nvSpPr>
          <p:cNvPr id="9" name="">
            <a:extLst xmlns:a="http://schemas.openxmlformats.org/drawingml/2006/main">
              <a:ext uri="{FF2B5EF4-FFF2-40B4-BE49-F238E27FC236}">
                <a16:creationId xmlns:a16="http://schemas.microsoft.com/office/drawing/2014/main" id="{82E8AB34-294C-4197-8D9D-80E5F8C30956}"/>
              </a:ext>
            </a:extLst>
          </p:cNvPr>
          <p:cNvSpPr>
            <a:spLocks xmlns:a="http://schemas.openxmlformats.org/drawingml/2006/main" noGrp="1"/>
          </p:cNvSpPr>
          <p:nvPr/>
        </p:nvSpPr>
        <p:spPr>
          <a:xfrm xmlns:a="http://schemas.openxmlformats.org/drawingml/2006/main">
            <a:off x="590550" y="30861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002D4C"/>
                </a:solidFill>
                <a:latin typeface="Arial"/>
                <a:ea typeface="Arial"/>
                <a:cs typeface="Arial"/>
              </a:defRPr>
            </a:defPPr>
            <a:lvl1pPr>
              <a:defRPr sz="1725" b="0">
                <a:solidFill>
                  <a:srgbClr val="002D4C"/>
                </a:solidFill>
                <a:latin typeface="Arial"/>
                <a:ea typeface="Arial"/>
                <a:cs typeface="Arial"/>
              </a:defRPr>
            </a:lvl1pPr>
            <a:lvl2pPr>
              <a:defRPr sz="1725" b="0">
                <a:solidFill>
                  <a:srgbClr val="002D4C"/>
                </a:solidFill>
                <a:latin typeface="Arial"/>
                <a:ea typeface="Arial"/>
                <a:cs typeface="Arial"/>
              </a:defRPr>
            </a:lvl2pPr>
            <a:lvl3pPr>
              <a:defRPr sz="1725" b="0">
                <a:solidFill>
                  <a:srgbClr val="002D4C"/>
                </a:solidFill>
                <a:latin typeface="Arial"/>
                <a:ea typeface="Arial"/>
                <a:cs typeface="Arial"/>
              </a:defRPr>
            </a:lvl3pPr>
            <a:lvl4pPr>
              <a:defRPr sz="1725" b="0">
                <a:solidFill>
                  <a:srgbClr val="002D4C"/>
                </a:solidFill>
                <a:latin typeface="Arial"/>
                <a:ea typeface="Arial"/>
                <a:cs typeface="Arial"/>
              </a:defRPr>
            </a:lvl4pPr>
            <a:lvl5pPr>
              <a:defRPr sz="1725" b="0">
                <a:solidFill>
                  <a:srgbClr val="002D4C"/>
                </a:solidFill>
                <a:latin typeface="Arial"/>
                <a:ea typeface="Arial"/>
                <a:cs typeface="Arial"/>
              </a:defRPr>
            </a:lvl5pPr>
            <a:lvl6pPr>
              <a:defRPr sz="1725" b="0">
                <a:solidFill>
                  <a:srgbClr val="002D4C"/>
                </a:solidFill>
                <a:latin typeface="Arial"/>
                <a:ea typeface="Arial"/>
                <a:cs typeface="Arial"/>
              </a:defRPr>
            </a:lvl6pPr>
            <a:lvl7pPr>
              <a:defRPr sz="1725" b="0">
                <a:solidFill>
                  <a:srgbClr val="002D4C"/>
                </a:solidFill>
                <a:latin typeface="Arial"/>
                <a:ea typeface="Arial"/>
                <a:cs typeface="Arial"/>
              </a:defRPr>
            </a:lvl7pPr>
            <a:lvl8pPr>
              <a:defRPr sz="1725" b="0">
                <a:solidFill>
                  <a:srgbClr val="002D4C"/>
                </a:solidFill>
                <a:latin typeface="Arial"/>
                <a:ea typeface="Arial"/>
                <a:cs typeface="Arial"/>
              </a:defRPr>
            </a:lvl8pPr>
            <a:lvl9pPr>
              <a:defRPr sz="1725" b="0">
                <a:solidFill>
                  <a:srgbClr val="002D4C"/>
                </a:solidFill>
                <a:latin typeface="Arial"/>
                <a:ea typeface="Arial"/>
                <a:cs typeface="Arial"/>
              </a:defRPr>
            </a:lvl9pPr>
          </a:lstStyle>
          <a:p xmlns:a="http://schemas.openxmlformats.org/drawingml/2006/main">
            <a:pPr>
              <a:defRPr sz="1725" b="0">
                <a:solidFill>
                  <a:srgbClr val="002D4C"/>
                </a:solidFill>
                <a:latin typeface="Arial"/>
                <a:ea typeface="Arial"/>
                <a:cs typeface="Arial"/>
              </a:defRPr>
            </a:pPr>
            <a:r>
              <a:rPr sz="1725" b="0">
                <a:solidFill>
                  <a:srgbClr val="002D4C"/>
                </a:solidFill>
                <a:latin typeface="Arial"/>
                <a:ea typeface="Arial"/>
                <a:cs typeface="Arial"/>
              </a:rPr>
              <a:t>ARK v1.1 gives two more correct answers: +13.3 percentage points.</a:t>
            </a:r>
          </a:p>
        </p:txBody>
      </p:sp>
      <p:sp>
        <p:nvSpPr>
          <p:cNvPr id="10" name="">
            <a:extLst xmlns:a="http://schemas.openxmlformats.org/drawingml/2006/main">
              <a:ext uri="{FF2B5EF4-FFF2-40B4-BE49-F238E27FC236}">
                <a16:creationId xmlns:a16="http://schemas.microsoft.com/office/drawing/2014/main" id="{95846EFD-DCA0-4F33-9083-E00D198AC2EB}"/>
              </a:ext>
            </a:extLst>
          </p:cNvPr>
          <p:cNvSpPr>
            <a:spLocks xmlns:a="http://schemas.openxmlformats.org/drawingml/2006/main" noGrp="1"/>
          </p:cNvSpPr>
          <p:nvPr/>
        </p:nvSpPr>
        <p:spPr>
          <a:xfrm xmlns:a="http://schemas.openxmlformats.org/drawingml/2006/main">
            <a:off x="590550" y="34861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002D4C"/>
                </a:solidFill>
                <a:latin typeface="Arial"/>
                <a:ea typeface="Arial"/>
                <a:cs typeface="Arial"/>
              </a:defRPr>
            </a:defPPr>
            <a:lvl1pPr>
              <a:defRPr sz="1725" b="0">
                <a:solidFill>
                  <a:srgbClr val="002D4C"/>
                </a:solidFill>
                <a:latin typeface="Arial"/>
                <a:ea typeface="Arial"/>
                <a:cs typeface="Arial"/>
              </a:defRPr>
            </a:lvl1pPr>
            <a:lvl2pPr>
              <a:defRPr sz="1725" b="0">
                <a:solidFill>
                  <a:srgbClr val="002D4C"/>
                </a:solidFill>
                <a:latin typeface="Arial"/>
                <a:ea typeface="Arial"/>
                <a:cs typeface="Arial"/>
              </a:defRPr>
            </a:lvl2pPr>
            <a:lvl3pPr>
              <a:defRPr sz="1725" b="0">
                <a:solidFill>
                  <a:srgbClr val="002D4C"/>
                </a:solidFill>
                <a:latin typeface="Arial"/>
                <a:ea typeface="Arial"/>
                <a:cs typeface="Arial"/>
              </a:defRPr>
            </a:lvl3pPr>
            <a:lvl4pPr>
              <a:defRPr sz="1725" b="0">
                <a:solidFill>
                  <a:srgbClr val="002D4C"/>
                </a:solidFill>
                <a:latin typeface="Arial"/>
                <a:ea typeface="Arial"/>
                <a:cs typeface="Arial"/>
              </a:defRPr>
            </a:lvl4pPr>
            <a:lvl5pPr>
              <a:defRPr sz="1725" b="0">
                <a:solidFill>
                  <a:srgbClr val="002D4C"/>
                </a:solidFill>
                <a:latin typeface="Arial"/>
                <a:ea typeface="Arial"/>
                <a:cs typeface="Arial"/>
              </a:defRPr>
            </a:lvl5pPr>
            <a:lvl6pPr>
              <a:defRPr sz="1725" b="0">
                <a:solidFill>
                  <a:srgbClr val="002D4C"/>
                </a:solidFill>
                <a:latin typeface="Arial"/>
                <a:ea typeface="Arial"/>
                <a:cs typeface="Arial"/>
              </a:defRPr>
            </a:lvl6pPr>
            <a:lvl7pPr>
              <a:defRPr sz="1725" b="0">
                <a:solidFill>
                  <a:srgbClr val="002D4C"/>
                </a:solidFill>
                <a:latin typeface="Arial"/>
                <a:ea typeface="Arial"/>
                <a:cs typeface="Arial"/>
              </a:defRPr>
            </a:lvl7pPr>
            <a:lvl8pPr>
              <a:defRPr sz="1725" b="0">
                <a:solidFill>
                  <a:srgbClr val="002D4C"/>
                </a:solidFill>
                <a:latin typeface="Arial"/>
                <a:ea typeface="Arial"/>
                <a:cs typeface="Arial"/>
              </a:defRPr>
            </a:lvl8pPr>
            <a:lvl9pPr>
              <a:defRPr sz="1725" b="0">
                <a:solidFill>
                  <a:srgbClr val="002D4C"/>
                </a:solidFill>
                <a:latin typeface="Arial"/>
                <a:ea typeface="Arial"/>
                <a:cs typeface="Arial"/>
              </a:defRPr>
            </a:lvl9pPr>
          </a:lstStyle>
          <a:p xmlns:a="http://schemas.openxmlformats.org/drawingml/2006/main">
            <a:pPr>
              <a:defRPr sz="1725" b="0">
                <a:solidFill>
                  <a:srgbClr val="002D4C"/>
                </a:solidFill>
                <a:latin typeface="Arial"/>
                <a:ea typeface="Arial"/>
                <a:cs typeface="Arial"/>
              </a:defRPr>
            </a:pPr>
            <a:r>
              <a:rPr sz="1725" b="0">
                <a:solidFill>
                  <a:srgbClr val="002D4C"/>
                </a:solidFill>
                <a:latin typeface="Arial"/>
                <a:ea typeface="Arial"/>
                <a:cs typeface="Arial"/>
              </a:rPr>
              <a:t>The main diagnosis for CRLT errors is control flow and state retention.</a:t>
            </a:r>
          </a:p>
        </p:txBody>
      </p:sp>
    </p:spTree>
    <p:extLst>
      <p:ext uri="{BB962C8B-B14F-4D97-AF65-F5344CB8AC3E}">
        <p14:creationId xmlns:p14="http://schemas.microsoft.com/office/powerpoint/2010/main" val="8413947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Rectangle 3">
            <a:extLst xmlns:a="http://schemas.openxmlformats.org/drawingml/2006/main">
              <a:ext uri="{FF2B5EF4-FFF2-40B4-BE49-F238E27FC236}">
                <a16:creationId xmlns:a16="http://schemas.microsoft.com/office/drawing/2014/main" id="{26EFEE92-4BA4-486F-AAEC-651A89DFEDC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968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5" name="">
            <a:extLst xmlns:a="http://schemas.openxmlformats.org/drawingml/2006/main">
              <a:ext uri="{FF2B5EF4-FFF2-40B4-BE49-F238E27FC236}">
                <a16:creationId xmlns:a16="http://schemas.microsoft.com/office/drawing/2014/main" id="{44CB4743-029F-43C5-B54F-C259177E2E7A}"/>
              </a:ext>
            </a:extLst>
          </p:cNvPr>
          <p:cNvSpPr>
            <a:spLocks xmlns:a="http://schemas.openxmlformats.org/drawingml/2006/main" noGrp="1"/>
          </p:cNvSpPr>
          <p:nvPr/>
        </p:nvSpPr>
        <p:spPr>
          <a:xfrm xmlns:a="http://schemas.openxmlformats.org/drawingml/2006/main">
            <a:off x="590550" y="65532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768993"/>
                </a:solidFill>
                <a:latin typeface="Arial"/>
                <a:ea typeface="Arial"/>
                <a:cs typeface="Arial"/>
              </a:defRPr>
            </a:defPPr>
            <a:lvl1pPr>
              <a:buNone/>
              <a:defRPr sz="750" b="0">
                <a:solidFill>
                  <a:srgbClr val="768993"/>
                </a:solidFill>
                <a:latin typeface="Arial"/>
                <a:ea typeface="Arial"/>
                <a:cs typeface="Arial"/>
              </a:defRPr>
            </a:lvl1pPr>
            <a:lvl2pPr>
              <a:buNone/>
              <a:defRPr sz="750" b="0">
                <a:solidFill>
                  <a:srgbClr val="768993"/>
                </a:solidFill>
                <a:latin typeface="Arial"/>
                <a:ea typeface="Arial"/>
                <a:cs typeface="Arial"/>
              </a:defRPr>
            </a:lvl2pPr>
            <a:lvl3pPr>
              <a:buNone/>
              <a:defRPr sz="750" b="0">
                <a:solidFill>
                  <a:srgbClr val="768993"/>
                </a:solidFill>
                <a:latin typeface="Arial"/>
                <a:ea typeface="Arial"/>
                <a:cs typeface="Arial"/>
              </a:defRPr>
            </a:lvl3pPr>
            <a:lvl4pPr>
              <a:buNone/>
              <a:defRPr sz="750" b="0">
                <a:solidFill>
                  <a:srgbClr val="768993"/>
                </a:solidFill>
                <a:latin typeface="Arial"/>
                <a:ea typeface="Arial"/>
                <a:cs typeface="Arial"/>
              </a:defRPr>
            </a:lvl4pPr>
            <a:lvl5pPr>
              <a:buNone/>
              <a:defRPr sz="750" b="0">
                <a:solidFill>
                  <a:srgbClr val="768993"/>
                </a:solidFill>
                <a:latin typeface="Arial"/>
                <a:ea typeface="Arial"/>
                <a:cs typeface="Arial"/>
              </a:defRPr>
            </a:lvl5pPr>
            <a:lvl6pPr>
              <a:buNone/>
              <a:defRPr sz="750" b="0">
                <a:solidFill>
                  <a:srgbClr val="768993"/>
                </a:solidFill>
                <a:latin typeface="Arial"/>
                <a:ea typeface="Arial"/>
                <a:cs typeface="Arial"/>
              </a:defRPr>
            </a:lvl6pPr>
            <a:lvl7pPr>
              <a:buNone/>
              <a:defRPr sz="750" b="0">
                <a:solidFill>
                  <a:srgbClr val="768993"/>
                </a:solidFill>
                <a:latin typeface="Arial"/>
                <a:ea typeface="Arial"/>
                <a:cs typeface="Arial"/>
              </a:defRPr>
            </a:lvl7pPr>
            <a:lvl8pPr>
              <a:buNone/>
              <a:defRPr sz="750" b="0">
                <a:solidFill>
                  <a:srgbClr val="768993"/>
                </a:solidFill>
                <a:latin typeface="Arial"/>
                <a:ea typeface="Arial"/>
                <a:cs typeface="Arial"/>
              </a:defRPr>
            </a:lvl8pPr>
            <a:lvl9pPr>
              <a:buNone/>
              <a:defRPr sz="750" b="0">
                <a:solidFill>
                  <a:srgbClr val="768993"/>
                </a:solidFill>
                <a:latin typeface="Arial"/>
                <a:ea typeface="Arial"/>
                <a:cs typeface="Arial"/>
              </a:defRPr>
            </a:lvl9pPr>
          </a:lstStyle>
          <a:p xmlns:a="http://schemas.openxmlformats.org/drawingml/2006/main">
            <a:pPr>
              <a:buNone/>
              <a:defRPr sz="750" b="0">
                <a:solidFill>
                  <a:srgbClr val="768993"/>
                </a:solidFill>
                <a:latin typeface="Arial"/>
                <a:ea typeface="Arial"/>
                <a:cs typeface="Arial"/>
              </a:defRPr>
            </a:pPr>
            <a:r>
              <a:rPr sz="750" b="0">
                <a:solidFill>
                  <a:srgbClr val="768993"/>
                </a:solidFill>
                <a:latin typeface="Arial"/>
                <a:ea typeface="Arial"/>
                <a:cs typeface="Arial"/>
              </a:rPr>
              <a:t>KG Agent Master Thesis · Error Analysis</a:t>
            </a:r>
          </a:p>
        </p:txBody>
      </p:sp>
      <p:sp>
        <p:nvSpPr>
          <p:cNvPr id="6" name="">
            <a:extLst xmlns:a="http://schemas.openxmlformats.org/drawingml/2006/main">
              <a:ext uri="{FF2B5EF4-FFF2-40B4-BE49-F238E27FC236}">
                <a16:creationId xmlns:a16="http://schemas.microsoft.com/office/drawing/2014/main" id="{BF308E81-E211-4998-99B5-11B068AA91EE}"/>
              </a:ext>
            </a:extLst>
          </p:cNvPr>
          <p:cNvSpPr>
            <a:spLocks xmlns:a="http://schemas.openxmlformats.org/drawingml/2006/main" noGrp="1"/>
          </p:cNvSpPr>
          <p:nvPr/>
        </p:nvSpPr>
        <p:spPr>
          <a:xfrm xmlns:a="http://schemas.openxmlformats.org/drawingml/2006/main">
            <a:off x="10668000" y="65532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768993"/>
                </a:solidFill>
                <a:latin typeface="Arial"/>
                <a:ea typeface="Arial"/>
                <a:cs typeface="Arial"/>
              </a:defRPr>
            </a:defPPr>
            <a:lvl1pPr>
              <a:buNone/>
              <a:defRPr sz="750" b="0">
                <a:solidFill>
                  <a:srgbClr val="768993"/>
                </a:solidFill>
                <a:latin typeface="Arial"/>
                <a:ea typeface="Arial"/>
                <a:cs typeface="Arial"/>
              </a:defRPr>
            </a:lvl1pPr>
            <a:lvl2pPr>
              <a:buNone/>
              <a:defRPr sz="750" b="0">
                <a:solidFill>
                  <a:srgbClr val="768993"/>
                </a:solidFill>
                <a:latin typeface="Arial"/>
                <a:ea typeface="Arial"/>
                <a:cs typeface="Arial"/>
              </a:defRPr>
            </a:lvl2pPr>
            <a:lvl3pPr>
              <a:buNone/>
              <a:defRPr sz="750" b="0">
                <a:solidFill>
                  <a:srgbClr val="768993"/>
                </a:solidFill>
                <a:latin typeface="Arial"/>
                <a:ea typeface="Arial"/>
                <a:cs typeface="Arial"/>
              </a:defRPr>
            </a:lvl3pPr>
            <a:lvl4pPr>
              <a:buNone/>
              <a:defRPr sz="750" b="0">
                <a:solidFill>
                  <a:srgbClr val="768993"/>
                </a:solidFill>
                <a:latin typeface="Arial"/>
                <a:ea typeface="Arial"/>
                <a:cs typeface="Arial"/>
              </a:defRPr>
            </a:lvl4pPr>
            <a:lvl5pPr>
              <a:buNone/>
              <a:defRPr sz="750" b="0">
                <a:solidFill>
                  <a:srgbClr val="768993"/>
                </a:solidFill>
                <a:latin typeface="Arial"/>
                <a:ea typeface="Arial"/>
                <a:cs typeface="Arial"/>
              </a:defRPr>
            </a:lvl5pPr>
            <a:lvl6pPr>
              <a:buNone/>
              <a:defRPr sz="750" b="0">
                <a:solidFill>
                  <a:srgbClr val="768993"/>
                </a:solidFill>
                <a:latin typeface="Arial"/>
                <a:ea typeface="Arial"/>
                <a:cs typeface="Arial"/>
              </a:defRPr>
            </a:lvl6pPr>
            <a:lvl7pPr>
              <a:buNone/>
              <a:defRPr sz="750" b="0">
                <a:solidFill>
                  <a:srgbClr val="768993"/>
                </a:solidFill>
                <a:latin typeface="Arial"/>
                <a:ea typeface="Arial"/>
                <a:cs typeface="Arial"/>
              </a:defRPr>
            </a:lvl7pPr>
            <a:lvl8pPr>
              <a:buNone/>
              <a:defRPr sz="750" b="0">
                <a:solidFill>
                  <a:srgbClr val="768993"/>
                </a:solidFill>
                <a:latin typeface="Arial"/>
                <a:ea typeface="Arial"/>
                <a:cs typeface="Arial"/>
              </a:defRPr>
            </a:lvl8pPr>
            <a:lvl9pPr>
              <a:buNone/>
              <a:defRPr sz="750" b="0">
                <a:solidFill>
                  <a:srgbClr val="768993"/>
                </a:solidFill>
                <a:latin typeface="Arial"/>
                <a:ea typeface="Arial"/>
                <a:cs typeface="Arial"/>
              </a:defRPr>
            </a:lvl9pPr>
          </a:lstStyle>
          <a:p xmlns:a="http://schemas.openxmlformats.org/drawingml/2006/main">
            <a:pPr>
              <a:buNone/>
              <a:defRPr sz="750" b="0">
                <a:solidFill>
                  <a:srgbClr val="768993"/>
                </a:solidFill>
                <a:latin typeface="Arial"/>
                <a:ea typeface="Arial"/>
                <a:cs typeface="Arial"/>
              </a:defRPr>
            </a:pPr>
            <a:r>
              <a:rPr sz="750" b="0">
                <a:solidFill>
                  <a:srgbClr val="768993"/>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908696C5-4C35-404E-8B50-4A93C0C1B4F6}"/>
              </a:ext>
            </a:extLst>
          </p:cNvPr>
          <p:cNvSpPr>
            <a:spLocks xmlns:a="http://schemas.openxmlformats.org/drawingml/2006/main" noGrp="1"/>
          </p:cNvSpPr>
          <p:nvPr/>
        </p:nvSpPr>
        <p:spPr>
          <a:xfrm xmlns:a="http://schemas.openxmlformats.org/drawingml/2006/main">
            <a:off x="590550" y="323850"/>
            <a:ext cx="11010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002D4C"/>
                </a:solidFill>
                <a:latin typeface="Franklin Gothic Medium"/>
                <a:ea typeface="Franklin Gothic Medium"/>
                <a:cs typeface="Franklin Gothic Medium"/>
              </a:defRPr>
            </a:defPPr>
            <a:lvl1pPr>
              <a:defRPr sz="2550" b="0">
                <a:solidFill>
                  <a:srgbClr val="002D4C"/>
                </a:solidFill>
                <a:latin typeface="Franklin Gothic Medium"/>
                <a:ea typeface="Franklin Gothic Medium"/>
                <a:cs typeface="Franklin Gothic Medium"/>
              </a:defRPr>
            </a:lvl1pPr>
            <a:lvl2pPr>
              <a:defRPr sz="2550" b="0">
                <a:solidFill>
                  <a:srgbClr val="002D4C"/>
                </a:solidFill>
                <a:latin typeface="Franklin Gothic Medium"/>
                <a:ea typeface="Franklin Gothic Medium"/>
                <a:cs typeface="Franklin Gothic Medium"/>
              </a:defRPr>
            </a:lvl2pPr>
            <a:lvl3pPr>
              <a:defRPr sz="2550" b="0">
                <a:solidFill>
                  <a:srgbClr val="002D4C"/>
                </a:solidFill>
                <a:latin typeface="Franklin Gothic Medium"/>
                <a:ea typeface="Franklin Gothic Medium"/>
                <a:cs typeface="Franklin Gothic Medium"/>
              </a:defRPr>
            </a:lvl3pPr>
            <a:lvl4pPr>
              <a:defRPr sz="2550" b="0">
                <a:solidFill>
                  <a:srgbClr val="002D4C"/>
                </a:solidFill>
                <a:latin typeface="Franklin Gothic Medium"/>
                <a:ea typeface="Franklin Gothic Medium"/>
                <a:cs typeface="Franklin Gothic Medium"/>
              </a:defRPr>
            </a:lvl4pPr>
            <a:lvl5pPr>
              <a:defRPr sz="2550" b="0">
                <a:solidFill>
                  <a:srgbClr val="002D4C"/>
                </a:solidFill>
                <a:latin typeface="Franklin Gothic Medium"/>
                <a:ea typeface="Franklin Gothic Medium"/>
                <a:cs typeface="Franklin Gothic Medium"/>
              </a:defRPr>
            </a:lvl5pPr>
            <a:lvl6pPr>
              <a:defRPr sz="2550" b="0">
                <a:solidFill>
                  <a:srgbClr val="002D4C"/>
                </a:solidFill>
                <a:latin typeface="Franklin Gothic Medium"/>
                <a:ea typeface="Franklin Gothic Medium"/>
                <a:cs typeface="Franklin Gothic Medium"/>
              </a:defRPr>
            </a:lvl6pPr>
            <a:lvl7pPr>
              <a:defRPr sz="2550" b="0">
                <a:solidFill>
                  <a:srgbClr val="002D4C"/>
                </a:solidFill>
                <a:latin typeface="Franklin Gothic Medium"/>
                <a:ea typeface="Franklin Gothic Medium"/>
                <a:cs typeface="Franklin Gothic Medium"/>
              </a:defRPr>
            </a:lvl7pPr>
            <a:lvl8pPr>
              <a:defRPr sz="2550" b="0">
                <a:solidFill>
                  <a:srgbClr val="002D4C"/>
                </a:solidFill>
                <a:latin typeface="Franklin Gothic Medium"/>
                <a:ea typeface="Franklin Gothic Medium"/>
                <a:cs typeface="Franklin Gothic Medium"/>
              </a:defRPr>
            </a:lvl8pPr>
            <a:lvl9pPr>
              <a:defRPr sz="2550" b="0">
                <a:solidFill>
                  <a:srgbClr val="002D4C"/>
                </a:solidFill>
                <a:latin typeface="Franklin Gothic Medium"/>
                <a:ea typeface="Franklin Gothic Medium"/>
                <a:cs typeface="Franklin Gothic Medium"/>
              </a:defRPr>
            </a:lvl9pPr>
          </a:lstStyle>
          <a:p xmlns:a="http://schemas.openxmlformats.org/drawingml/2006/main">
            <a:pPr>
              <a:defRPr sz="2550" b="0">
                <a:solidFill>
                  <a:srgbClr val="002D4C"/>
                </a:solidFill>
                <a:latin typeface="Franklin Gothic Medium"/>
                <a:ea typeface="Franklin Gothic Medium"/>
                <a:cs typeface="Franklin Gothic Medium"/>
              </a:defRPr>
            </a:pPr>
            <a:r>
              <a:rPr sz="2550" b="0">
                <a:solidFill>
                  <a:srgbClr val="002D4C"/>
                </a:solidFill>
                <a:latin typeface="Franklin Gothic Medium"/>
                <a:ea typeface="Franklin Gothic Medium"/>
                <a:cs typeface="Franklin Gothic Medium"/>
              </a:rPr>
              <a:t>Observed Problems: Exploration</a:t>
            </a:r>
          </a:p>
        </p:txBody>
      </p:sp>
      <p:sp>
        <p:nvSpPr>
          <p:cNvPr id="8" name="">
            <a:extLst xmlns:a="http://schemas.openxmlformats.org/drawingml/2006/main">
              <a:ext uri="{FF2B5EF4-FFF2-40B4-BE49-F238E27FC236}">
                <a16:creationId xmlns:a16="http://schemas.microsoft.com/office/drawing/2014/main" id="{86698F1D-9BFE-4F6C-8352-A8F1F2F1DA36}"/>
              </a:ext>
            </a:extLst>
          </p:cNvPr>
          <p:cNvSpPr>
            <a:spLocks xmlns:a="http://schemas.openxmlformats.org/drawingml/2006/main" noGrp="1"/>
          </p:cNvSpPr>
          <p:nvPr/>
        </p:nvSpPr>
        <p:spPr>
          <a:xfrm xmlns:a="http://schemas.openxmlformats.org/drawingml/2006/main">
            <a:off x="590550" y="109537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2D4C"/>
                </a:solidFill>
                <a:latin typeface="Arial"/>
                <a:ea typeface="Arial"/>
                <a:cs typeface="Arial"/>
              </a:defRPr>
            </a:defPPr>
            <a:lvl1pPr>
              <a:defRPr sz="1875" b="1">
                <a:solidFill>
                  <a:srgbClr val="002D4C"/>
                </a:solidFill>
                <a:latin typeface="Arial"/>
                <a:ea typeface="Arial"/>
                <a:cs typeface="Arial"/>
              </a:defRPr>
            </a:lvl1pPr>
            <a:lvl2pPr>
              <a:defRPr sz="1875" b="1">
                <a:solidFill>
                  <a:srgbClr val="002D4C"/>
                </a:solidFill>
                <a:latin typeface="Arial"/>
                <a:ea typeface="Arial"/>
                <a:cs typeface="Arial"/>
              </a:defRPr>
            </a:lvl2pPr>
            <a:lvl3pPr>
              <a:defRPr sz="1875" b="1">
                <a:solidFill>
                  <a:srgbClr val="002D4C"/>
                </a:solidFill>
                <a:latin typeface="Arial"/>
                <a:ea typeface="Arial"/>
                <a:cs typeface="Arial"/>
              </a:defRPr>
            </a:lvl3pPr>
            <a:lvl4pPr>
              <a:defRPr sz="1875" b="1">
                <a:solidFill>
                  <a:srgbClr val="002D4C"/>
                </a:solidFill>
                <a:latin typeface="Arial"/>
                <a:ea typeface="Arial"/>
                <a:cs typeface="Arial"/>
              </a:defRPr>
            </a:lvl4pPr>
            <a:lvl5pPr>
              <a:defRPr sz="1875" b="1">
                <a:solidFill>
                  <a:srgbClr val="002D4C"/>
                </a:solidFill>
                <a:latin typeface="Arial"/>
                <a:ea typeface="Arial"/>
                <a:cs typeface="Arial"/>
              </a:defRPr>
            </a:lvl5pPr>
            <a:lvl6pPr>
              <a:defRPr sz="1875" b="1">
                <a:solidFill>
                  <a:srgbClr val="002D4C"/>
                </a:solidFill>
                <a:latin typeface="Arial"/>
                <a:ea typeface="Arial"/>
                <a:cs typeface="Arial"/>
              </a:defRPr>
            </a:lvl6pPr>
            <a:lvl7pPr>
              <a:defRPr sz="1875" b="1">
                <a:solidFill>
                  <a:srgbClr val="002D4C"/>
                </a:solidFill>
                <a:latin typeface="Arial"/>
                <a:ea typeface="Arial"/>
                <a:cs typeface="Arial"/>
              </a:defRPr>
            </a:lvl7pPr>
            <a:lvl8pPr>
              <a:defRPr sz="1875" b="1">
                <a:solidFill>
                  <a:srgbClr val="002D4C"/>
                </a:solidFill>
                <a:latin typeface="Arial"/>
                <a:ea typeface="Arial"/>
                <a:cs typeface="Arial"/>
              </a:defRPr>
            </a:lvl8pPr>
            <a:lvl9pPr>
              <a:defRPr sz="1875" b="1">
                <a:solidFill>
                  <a:srgbClr val="002D4C"/>
                </a:solidFill>
                <a:latin typeface="Arial"/>
                <a:ea typeface="Arial"/>
                <a:cs typeface="Arial"/>
              </a:defRPr>
            </a:lvl9pPr>
          </a:lstStyle>
          <a:p xmlns:a="http://schemas.openxmlformats.org/drawingml/2006/main">
            <a:pPr>
              <a:defRPr sz="1875" b="1">
                <a:solidFill>
                  <a:srgbClr val="002D4C"/>
                </a:solidFill>
                <a:latin typeface="Arial"/>
                <a:ea typeface="Arial"/>
                <a:cs typeface="Arial"/>
              </a:defRPr>
            </a:pPr>
            <a:r>
              <a:rPr sz="1875" b="1">
                <a:solidFill>
                  <a:srgbClr val="002D4C"/>
                </a:solidFill>
                <a:latin typeface="Arial"/>
                <a:ea typeface="Arial"/>
                <a:cs typeface="Arial"/>
              </a:rPr>
              <a:t>1. Control Flow and State Retention</a:t>
            </a:r>
          </a:p>
        </p:txBody>
      </p:sp>
      <p:sp>
        <p:nvSpPr>
          <p:cNvPr id="9" name="">
            <a:extLst xmlns:a="http://schemas.openxmlformats.org/drawingml/2006/main">
              <a:ext uri="{FF2B5EF4-FFF2-40B4-BE49-F238E27FC236}">
                <a16:creationId xmlns:a16="http://schemas.microsoft.com/office/drawing/2014/main" id="{C9D02FBC-E452-4ED2-8127-85C88048964E}"/>
              </a:ext>
            </a:extLst>
          </p:cNvPr>
          <p:cNvSpPr>
            <a:spLocks xmlns:a="http://schemas.openxmlformats.org/drawingml/2006/main" noGrp="1"/>
          </p:cNvSpPr>
          <p:nvPr/>
        </p:nvSpPr>
        <p:spPr>
          <a:xfrm xmlns:a="http://schemas.openxmlformats.org/drawingml/2006/main">
            <a:off x="590550" y="14763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002D4C"/>
                </a:solidFill>
                <a:latin typeface="Arial"/>
                <a:ea typeface="Arial"/>
                <a:cs typeface="Arial"/>
              </a:defRPr>
            </a:defPPr>
            <a:lvl1pPr>
              <a:defRPr sz="1650" b="0">
                <a:solidFill>
                  <a:srgbClr val="002D4C"/>
                </a:solidFill>
                <a:latin typeface="Arial"/>
                <a:ea typeface="Arial"/>
                <a:cs typeface="Arial"/>
              </a:defRPr>
            </a:lvl1pPr>
            <a:lvl2pPr>
              <a:defRPr sz="1650" b="0">
                <a:solidFill>
                  <a:srgbClr val="002D4C"/>
                </a:solidFill>
                <a:latin typeface="Arial"/>
                <a:ea typeface="Arial"/>
                <a:cs typeface="Arial"/>
              </a:defRPr>
            </a:lvl2pPr>
            <a:lvl3pPr>
              <a:defRPr sz="1650" b="0">
                <a:solidFill>
                  <a:srgbClr val="002D4C"/>
                </a:solidFill>
                <a:latin typeface="Arial"/>
                <a:ea typeface="Arial"/>
                <a:cs typeface="Arial"/>
              </a:defRPr>
            </a:lvl3pPr>
            <a:lvl4pPr>
              <a:defRPr sz="1650" b="0">
                <a:solidFill>
                  <a:srgbClr val="002D4C"/>
                </a:solidFill>
                <a:latin typeface="Arial"/>
                <a:ea typeface="Arial"/>
                <a:cs typeface="Arial"/>
              </a:defRPr>
            </a:lvl4pPr>
            <a:lvl5pPr>
              <a:defRPr sz="1650" b="0">
                <a:solidFill>
                  <a:srgbClr val="002D4C"/>
                </a:solidFill>
                <a:latin typeface="Arial"/>
                <a:ea typeface="Arial"/>
                <a:cs typeface="Arial"/>
              </a:defRPr>
            </a:lvl5pPr>
            <a:lvl6pPr>
              <a:defRPr sz="1650" b="0">
                <a:solidFill>
                  <a:srgbClr val="002D4C"/>
                </a:solidFill>
                <a:latin typeface="Arial"/>
                <a:ea typeface="Arial"/>
                <a:cs typeface="Arial"/>
              </a:defRPr>
            </a:lvl6pPr>
            <a:lvl7pPr>
              <a:defRPr sz="1650" b="0">
                <a:solidFill>
                  <a:srgbClr val="002D4C"/>
                </a:solidFill>
                <a:latin typeface="Arial"/>
                <a:ea typeface="Arial"/>
                <a:cs typeface="Arial"/>
              </a:defRPr>
            </a:lvl7pPr>
            <a:lvl8pPr>
              <a:defRPr sz="1650" b="0">
                <a:solidFill>
                  <a:srgbClr val="002D4C"/>
                </a:solidFill>
                <a:latin typeface="Arial"/>
                <a:ea typeface="Arial"/>
                <a:cs typeface="Arial"/>
              </a:defRPr>
            </a:lvl8pPr>
            <a:lvl9pPr>
              <a:defRPr sz="1650" b="0">
                <a:solidFill>
                  <a:srgbClr val="002D4C"/>
                </a:solidFill>
                <a:latin typeface="Arial"/>
                <a:ea typeface="Arial"/>
                <a:cs typeface="Arial"/>
              </a:defRPr>
            </a:lvl9pPr>
          </a:lstStyle>
          <a:p xmlns:a="http://schemas.openxmlformats.org/drawingml/2006/main">
            <a:pPr>
              <a:defRPr sz="1650" b="0">
                <a:solidFill>
                  <a:srgbClr val="002D4C"/>
                </a:solidFill>
                <a:latin typeface="Arial"/>
                <a:ea typeface="Arial"/>
                <a:cs typeface="Arial"/>
              </a:defRPr>
            </a:pPr>
            <a:r>
              <a:rPr sz="1650" b="0">
                <a:solidFill>
                  <a:srgbClr val="002D4C"/>
                </a:solidFill>
                <a:latin typeface="Arial"/>
                <a:ea typeface="Arial"/>
                <a:cs typeface="Arial"/>
              </a:rPr>
              <a:t>Resetting, continuing, and stopping are not handled correctly, or information from earlier exploration is lost.</a:t>
            </a:r>
          </a:p>
        </p:txBody>
      </p:sp>
      <p:sp>
        <p:nvSpPr>
          <p:cNvPr id="10" name="">
            <a:extLst xmlns:a="http://schemas.openxmlformats.org/drawingml/2006/main">
              <a:ext uri="{FF2B5EF4-FFF2-40B4-BE49-F238E27FC236}">
                <a16:creationId xmlns:a16="http://schemas.microsoft.com/office/drawing/2014/main" id="{4383FA47-755C-4151-9B2C-527C8DAAFB8C}"/>
              </a:ext>
            </a:extLst>
          </p:cNvPr>
          <p:cNvSpPr>
            <a:spLocks xmlns:a="http://schemas.openxmlformats.org/drawingml/2006/main" noGrp="1"/>
          </p:cNvSpPr>
          <p:nvPr/>
        </p:nvSpPr>
        <p:spPr>
          <a:xfrm xmlns:a="http://schemas.openxmlformats.org/drawingml/2006/main">
            <a:off x="590550" y="2028825"/>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02D4C"/>
                </a:solidFill>
                <a:latin typeface="Arial"/>
                <a:ea typeface="Arial"/>
                <a:cs typeface="Arial"/>
              </a:defRPr>
            </a:defPPr>
            <a:lvl1pPr>
              <a:defRPr sz="1575" b="0">
                <a:solidFill>
                  <a:srgbClr val="002D4C"/>
                </a:solidFill>
                <a:latin typeface="Arial"/>
                <a:ea typeface="Arial"/>
                <a:cs typeface="Arial"/>
              </a:defRPr>
            </a:lvl1pPr>
            <a:lvl2pPr>
              <a:defRPr sz="1575" b="0">
                <a:solidFill>
                  <a:srgbClr val="002D4C"/>
                </a:solidFill>
                <a:latin typeface="Arial"/>
                <a:ea typeface="Arial"/>
                <a:cs typeface="Arial"/>
              </a:defRPr>
            </a:lvl2pPr>
            <a:lvl3pPr>
              <a:defRPr sz="1575" b="0">
                <a:solidFill>
                  <a:srgbClr val="002D4C"/>
                </a:solidFill>
                <a:latin typeface="Arial"/>
                <a:ea typeface="Arial"/>
                <a:cs typeface="Arial"/>
              </a:defRPr>
            </a:lvl3pPr>
            <a:lvl4pPr>
              <a:defRPr sz="1575" b="0">
                <a:solidFill>
                  <a:srgbClr val="002D4C"/>
                </a:solidFill>
                <a:latin typeface="Arial"/>
                <a:ea typeface="Arial"/>
                <a:cs typeface="Arial"/>
              </a:defRPr>
            </a:lvl4pPr>
            <a:lvl5pPr>
              <a:defRPr sz="1575" b="0">
                <a:solidFill>
                  <a:srgbClr val="002D4C"/>
                </a:solidFill>
                <a:latin typeface="Arial"/>
                <a:ea typeface="Arial"/>
                <a:cs typeface="Arial"/>
              </a:defRPr>
            </a:lvl5pPr>
            <a:lvl6pPr>
              <a:defRPr sz="1575" b="0">
                <a:solidFill>
                  <a:srgbClr val="002D4C"/>
                </a:solidFill>
                <a:latin typeface="Arial"/>
                <a:ea typeface="Arial"/>
                <a:cs typeface="Arial"/>
              </a:defRPr>
            </a:lvl6pPr>
            <a:lvl7pPr>
              <a:defRPr sz="1575" b="0">
                <a:solidFill>
                  <a:srgbClr val="002D4C"/>
                </a:solidFill>
                <a:latin typeface="Arial"/>
                <a:ea typeface="Arial"/>
                <a:cs typeface="Arial"/>
              </a:defRPr>
            </a:lvl7pPr>
            <a:lvl8pPr>
              <a:defRPr sz="1575" b="0">
                <a:solidFill>
                  <a:srgbClr val="002D4C"/>
                </a:solidFill>
                <a:latin typeface="Arial"/>
                <a:ea typeface="Arial"/>
                <a:cs typeface="Arial"/>
              </a:defRPr>
            </a:lvl8pPr>
            <a:lvl9pPr>
              <a:defRPr sz="1575" b="0">
                <a:solidFill>
                  <a:srgbClr val="002D4C"/>
                </a:solidFill>
                <a:latin typeface="Arial"/>
                <a:ea typeface="Arial"/>
                <a:cs typeface="Arial"/>
              </a:defRPr>
            </a:lvl9pPr>
          </a:lstStyle>
          <a:p xmlns:a="http://schemas.openxmlformats.org/drawingml/2006/main">
            <a:pPr>
              <a:defRPr sz="1575" b="0">
                <a:solidFill>
                  <a:srgbClr val="002D4C"/>
                </a:solidFill>
                <a:latin typeface="Arial"/>
                <a:ea typeface="Arial"/>
                <a:cs typeface="Arial"/>
              </a:defRPr>
            </a:pPr>
            <a:r>
              <a:rPr sz="1575" b="1">
                <a:solidFill>
                  <a:srgbClr val="002D4C"/>
                </a:solidFill>
                <a:latin typeface="Arial"/>
                <a:ea typeface="Arial"/>
                <a:cs typeface="Arial"/>
              </a:rPr>
              <a:t>4 questions:</a:t>
            </a:r>
            <a:r>
              <a:rPr sz="1575" b="0">
                <a:solidFill>
                  <a:srgbClr val="002D4C"/>
                </a:solidFill>
                <a:latin typeface="Arial"/>
                <a:ea typeface="Arial"/>
                <a:cs typeface="Arial"/>
              </a:rPr>
              <a:t> 40154, 33122, 1012, 40487</a:t>
            </a:r>
          </a:p>
        </p:txBody>
      </p:sp>
      <p:sp>
        <p:nvSpPr>
          <p:cNvPr id="11" name="">
            <a:extLst xmlns:a="http://schemas.openxmlformats.org/drawingml/2006/main">
              <a:ext uri="{FF2B5EF4-FFF2-40B4-BE49-F238E27FC236}">
                <a16:creationId xmlns:a16="http://schemas.microsoft.com/office/drawing/2014/main" id="{D720DEF4-20D8-4D77-A4B7-F68EAC60AC33}"/>
              </a:ext>
            </a:extLst>
          </p:cNvPr>
          <p:cNvSpPr>
            <a:spLocks xmlns:a="http://schemas.openxmlformats.org/drawingml/2006/main" noGrp="1"/>
          </p:cNvSpPr>
          <p:nvPr/>
        </p:nvSpPr>
        <p:spPr>
          <a:xfrm xmlns:a="http://schemas.openxmlformats.org/drawingml/2006/main">
            <a:off x="590550" y="23526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671"/>
                </a:solidFill>
                <a:latin typeface="Arial"/>
                <a:ea typeface="Arial"/>
                <a:cs typeface="Arial"/>
              </a:defRPr>
            </a:defPPr>
            <a:lvl1pPr>
              <a:defRPr sz="1575" b="0">
                <a:solidFill>
                  <a:srgbClr val="526671"/>
                </a:solidFill>
                <a:latin typeface="Arial"/>
                <a:ea typeface="Arial"/>
                <a:cs typeface="Arial"/>
              </a:defRPr>
            </a:lvl1pPr>
            <a:lvl2pPr>
              <a:defRPr sz="1575" b="0">
                <a:solidFill>
                  <a:srgbClr val="526671"/>
                </a:solidFill>
                <a:latin typeface="Arial"/>
                <a:ea typeface="Arial"/>
                <a:cs typeface="Arial"/>
              </a:defRPr>
            </a:lvl2pPr>
            <a:lvl3pPr>
              <a:defRPr sz="1575" b="0">
                <a:solidFill>
                  <a:srgbClr val="526671"/>
                </a:solidFill>
                <a:latin typeface="Arial"/>
                <a:ea typeface="Arial"/>
                <a:cs typeface="Arial"/>
              </a:defRPr>
            </a:lvl3pPr>
            <a:lvl4pPr>
              <a:defRPr sz="1575" b="0">
                <a:solidFill>
                  <a:srgbClr val="526671"/>
                </a:solidFill>
                <a:latin typeface="Arial"/>
                <a:ea typeface="Arial"/>
                <a:cs typeface="Arial"/>
              </a:defRPr>
            </a:lvl4pPr>
            <a:lvl5pPr>
              <a:defRPr sz="1575" b="0">
                <a:solidFill>
                  <a:srgbClr val="526671"/>
                </a:solidFill>
                <a:latin typeface="Arial"/>
                <a:ea typeface="Arial"/>
                <a:cs typeface="Arial"/>
              </a:defRPr>
            </a:lvl5pPr>
            <a:lvl6pPr>
              <a:defRPr sz="1575" b="0">
                <a:solidFill>
                  <a:srgbClr val="526671"/>
                </a:solidFill>
                <a:latin typeface="Arial"/>
                <a:ea typeface="Arial"/>
                <a:cs typeface="Arial"/>
              </a:defRPr>
            </a:lvl6pPr>
            <a:lvl7pPr>
              <a:defRPr sz="1575" b="0">
                <a:solidFill>
                  <a:srgbClr val="526671"/>
                </a:solidFill>
                <a:latin typeface="Arial"/>
                <a:ea typeface="Arial"/>
                <a:cs typeface="Arial"/>
              </a:defRPr>
            </a:lvl7pPr>
            <a:lvl8pPr>
              <a:defRPr sz="1575" b="0">
                <a:solidFill>
                  <a:srgbClr val="526671"/>
                </a:solidFill>
                <a:latin typeface="Arial"/>
                <a:ea typeface="Arial"/>
                <a:cs typeface="Arial"/>
              </a:defRPr>
            </a:lvl8pPr>
            <a:lvl9pPr>
              <a:defRPr sz="1575" b="0">
                <a:solidFill>
                  <a:srgbClr val="526671"/>
                </a:solidFill>
                <a:latin typeface="Arial"/>
                <a:ea typeface="Arial"/>
                <a:cs typeface="Arial"/>
              </a:defRPr>
            </a:lvl9pPr>
          </a:lstStyle>
          <a:p xmlns:a="http://schemas.openxmlformats.org/drawingml/2006/main">
            <a:pPr>
              <a:defRPr sz="1575" b="0">
                <a:solidFill>
                  <a:srgbClr val="526671"/>
                </a:solidFill>
                <a:latin typeface="Arial"/>
                <a:ea typeface="Arial"/>
                <a:cs typeface="Arial"/>
              </a:defRPr>
            </a:pPr>
            <a:r>
              <a:rPr sz="1575" b="1">
                <a:solidFill>
                  <a:srgbClr val="526671"/>
                </a:solidFill>
                <a:latin typeface="Arial"/>
                <a:ea typeface="Arial"/>
                <a:cs typeface="Arial"/>
              </a:rPr>
              <a:t>Example:</a:t>
            </a:r>
            <a:r>
              <a:rPr sz="1575" b="0">
                <a:solidFill>
                  <a:srgbClr val="526671"/>
                </a:solidFill>
                <a:latin typeface="Arial"/>
                <a:ea typeface="Arial"/>
                <a:cs typeface="Arial"/>
              </a:rPr>
              <a:t> The agent plans to check another candidate, but a reset stops the task and removes earlier findings.</a:t>
            </a:r>
          </a:p>
        </p:txBody>
      </p:sp>
      <p:sp>
        <p:nvSpPr>
          <p:cNvPr id="12" name="">
            <a:extLst xmlns:a="http://schemas.openxmlformats.org/drawingml/2006/main">
              <a:ext uri="{FF2B5EF4-FFF2-40B4-BE49-F238E27FC236}">
                <a16:creationId xmlns:a16="http://schemas.microsoft.com/office/drawing/2014/main" id="{BE37686F-71AD-4DC0-BC21-DF6FF6D46C8C}"/>
              </a:ext>
            </a:extLst>
          </p:cNvPr>
          <p:cNvSpPr>
            <a:spLocks xmlns:a="http://schemas.openxmlformats.org/drawingml/2006/main" noGrp="1"/>
          </p:cNvSpPr>
          <p:nvPr/>
        </p:nvSpPr>
        <p:spPr>
          <a:xfrm xmlns:a="http://schemas.openxmlformats.org/drawingml/2006/main">
            <a:off x="590550" y="28384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2D4C"/>
                </a:solidFill>
                <a:latin typeface="Arial"/>
                <a:ea typeface="Arial"/>
                <a:cs typeface="Arial"/>
              </a:defRPr>
            </a:defPPr>
            <a:lvl1pPr>
              <a:defRPr sz="1875" b="1">
                <a:solidFill>
                  <a:srgbClr val="002D4C"/>
                </a:solidFill>
                <a:latin typeface="Arial"/>
                <a:ea typeface="Arial"/>
                <a:cs typeface="Arial"/>
              </a:defRPr>
            </a:lvl1pPr>
            <a:lvl2pPr>
              <a:defRPr sz="1875" b="1">
                <a:solidFill>
                  <a:srgbClr val="002D4C"/>
                </a:solidFill>
                <a:latin typeface="Arial"/>
                <a:ea typeface="Arial"/>
                <a:cs typeface="Arial"/>
              </a:defRPr>
            </a:lvl2pPr>
            <a:lvl3pPr>
              <a:defRPr sz="1875" b="1">
                <a:solidFill>
                  <a:srgbClr val="002D4C"/>
                </a:solidFill>
                <a:latin typeface="Arial"/>
                <a:ea typeface="Arial"/>
                <a:cs typeface="Arial"/>
              </a:defRPr>
            </a:lvl3pPr>
            <a:lvl4pPr>
              <a:defRPr sz="1875" b="1">
                <a:solidFill>
                  <a:srgbClr val="002D4C"/>
                </a:solidFill>
                <a:latin typeface="Arial"/>
                <a:ea typeface="Arial"/>
                <a:cs typeface="Arial"/>
              </a:defRPr>
            </a:lvl4pPr>
            <a:lvl5pPr>
              <a:defRPr sz="1875" b="1">
                <a:solidFill>
                  <a:srgbClr val="002D4C"/>
                </a:solidFill>
                <a:latin typeface="Arial"/>
                <a:ea typeface="Arial"/>
                <a:cs typeface="Arial"/>
              </a:defRPr>
            </a:lvl5pPr>
            <a:lvl6pPr>
              <a:defRPr sz="1875" b="1">
                <a:solidFill>
                  <a:srgbClr val="002D4C"/>
                </a:solidFill>
                <a:latin typeface="Arial"/>
                <a:ea typeface="Arial"/>
                <a:cs typeface="Arial"/>
              </a:defRPr>
            </a:lvl6pPr>
            <a:lvl7pPr>
              <a:defRPr sz="1875" b="1">
                <a:solidFill>
                  <a:srgbClr val="002D4C"/>
                </a:solidFill>
                <a:latin typeface="Arial"/>
                <a:ea typeface="Arial"/>
                <a:cs typeface="Arial"/>
              </a:defRPr>
            </a:lvl7pPr>
            <a:lvl8pPr>
              <a:defRPr sz="1875" b="1">
                <a:solidFill>
                  <a:srgbClr val="002D4C"/>
                </a:solidFill>
                <a:latin typeface="Arial"/>
                <a:ea typeface="Arial"/>
                <a:cs typeface="Arial"/>
              </a:defRPr>
            </a:lvl8pPr>
            <a:lvl9pPr>
              <a:defRPr sz="1875" b="1">
                <a:solidFill>
                  <a:srgbClr val="002D4C"/>
                </a:solidFill>
                <a:latin typeface="Arial"/>
                <a:ea typeface="Arial"/>
                <a:cs typeface="Arial"/>
              </a:defRPr>
            </a:lvl9pPr>
          </a:lstStyle>
          <a:p xmlns:a="http://schemas.openxmlformats.org/drawingml/2006/main">
            <a:pPr>
              <a:defRPr sz="1875" b="1">
                <a:solidFill>
                  <a:srgbClr val="002D4C"/>
                </a:solidFill>
                <a:latin typeface="Arial"/>
                <a:ea typeface="Arial"/>
                <a:cs typeface="Arial"/>
              </a:defRPr>
            </a:pPr>
            <a:r>
              <a:rPr sz="1875" b="1">
                <a:solidFill>
                  <a:srgbClr val="002D4C"/>
                </a:solidFill>
                <a:latin typeface="Arial"/>
                <a:ea typeface="Arial"/>
                <a:cs typeface="Arial"/>
              </a:rPr>
              <a:t>2. Necessary Constraints Not Verified</a:t>
            </a:r>
          </a:p>
        </p:txBody>
      </p:sp>
      <p:sp>
        <p:nvSpPr>
          <p:cNvPr id="13" name="">
            <a:extLst xmlns:a="http://schemas.openxmlformats.org/drawingml/2006/main">
              <a:ext uri="{FF2B5EF4-FFF2-40B4-BE49-F238E27FC236}">
                <a16:creationId xmlns:a16="http://schemas.microsoft.com/office/drawing/2014/main" id="{FFDF52DD-6DE8-4E2B-8120-F33085CE3654}"/>
              </a:ext>
            </a:extLst>
          </p:cNvPr>
          <p:cNvSpPr>
            <a:spLocks xmlns:a="http://schemas.openxmlformats.org/drawingml/2006/main" noGrp="1"/>
          </p:cNvSpPr>
          <p:nvPr/>
        </p:nvSpPr>
        <p:spPr>
          <a:xfrm xmlns:a="http://schemas.openxmlformats.org/drawingml/2006/main">
            <a:off x="590550" y="32194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002D4C"/>
                </a:solidFill>
                <a:latin typeface="Arial"/>
                <a:ea typeface="Arial"/>
                <a:cs typeface="Arial"/>
              </a:defRPr>
            </a:defPPr>
            <a:lvl1pPr>
              <a:defRPr sz="1650" b="0">
                <a:solidFill>
                  <a:srgbClr val="002D4C"/>
                </a:solidFill>
                <a:latin typeface="Arial"/>
                <a:ea typeface="Arial"/>
                <a:cs typeface="Arial"/>
              </a:defRPr>
            </a:lvl1pPr>
            <a:lvl2pPr>
              <a:defRPr sz="1650" b="0">
                <a:solidFill>
                  <a:srgbClr val="002D4C"/>
                </a:solidFill>
                <a:latin typeface="Arial"/>
                <a:ea typeface="Arial"/>
                <a:cs typeface="Arial"/>
              </a:defRPr>
            </a:lvl2pPr>
            <a:lvl3pPr>
              <a:defRPr sz="1650" b="0">
                <a:solidFill>
                  <a:srgbClr val="002D4C"/>
                </a:solidFill>
                <a:latin typeface="Arial"/>
                <a:ea typeface="Arial"/>
                <a:cs typeface="Arial"/>
              </a:defRPr>
            </a:lvl3pPr>
            <a:lvl4pPr>
              <a:defRPr sz="1650" b="0">
                <a:solidFill>
                  <a:srgbClr val="002D4C"/>
                </a:solidFill>
                <a:latin typeface="Arial"/>
                <a:ea typeface="Arial"/>
                <a:cs typeface="Arial"/>
              </a:defRPr>
            </a:lvl4pPr>
            <a:lvl5pPr>
              <a:defRPr sz="1650" b="0">
                <a:solidFill>
                  <a:srgbClr val="002D4C"/>
                </a:solidFill>
                <a:latin typeface="Arial"/>
                <a:ea typeface="Arial"/>
                <a:cs typeface="Arial"/>
              </a:defRPr>
            </a:lvl5pPr>
            <a:lvl6pPr>
              <a:defRPr sz="1650" b="0">
                <a:solidFill>
                  <a:srgbClr val="002D4C"/>
                </a:solidFill>
                <a:latin typeface="Arial"/>
                <a:ea typeface="Arial"/>
                <a:cs typeface="Arial"/>
              </a:defRPr>
            </a:lvl6pPr>
            <a:lvl7pPr>
              <a:defRPr sz="1650" b="0">
                <a:solidFill>
                  <a:srgbClr val="002D4C"/>
                </a:solidFill>
                <a:latin typeface="Arial"/>
                <a:ea typeface="Arial"/>
                <a:cs typeface="Arial"/>
              </a:defRPr>
            </a:lvl7pPr>
            <a:lvl8pPr>
              <a:defRPr sz="1650" b="0">
                <a:solidFill>
                  <a:srgbClr val="002D4C"/>
                </a:solidFill>
                <a:latin typeface="Arial"/>
                <a:ea typeface="Arial"/>
                <a:cs typeface="Arial"/>
              </a:defRPr>
            </a:lvl8pPr>
            <a:lvl9pPr>
              <a:defRPr sz="1650" b="0">
                <a:solidFill>
                  <a:srgbClr val="002D4C"/>
                </a:solidFill>
                <a:latin typeface="Arial"/>
                <a:ea typeface="Arial"/>
                <a:cs typeface="Arial"/>
              </a:defRPr>
            </a:lvl9pPr>
          </a:lstStyle>
          <a:p xmlns:a="http://schemas.openxmlformats.org/drawingml/2006/main">
            <a:pPr>
              <a:defRPr sz="1650" b="0">
                <a:solidFill>
                  <a:srgbClr val="002D4C"/>
                </a:solidFill>
                <a:latin typeface="Arial"/>
                <a:ea typeface="Arial"/>
                <a:cs typeface="Arial"/>
              </a:defRPr>
            </a:pPr>
            <a:r>
              <a:rPr sz="1650" b="0">
                <a:solidFill>
                  <a:srgbClr val="002D4C"/>
                </a:solidFill>
                <a:latin typeface="Arial"/>
                <a:ea typeface="Arial"/>
                <a:cs typeface="Arial"/>
              </a:rPr>
              <a:t>The agent skips required conditions or treats guesses and background knowledge as verified KG facts.</a:t>
            </a:r>
          </a:p>
        </p:txBody>
      </p:sp>
      <p:sp>
        <p:nvSpPr>
          <p:cNvPr id="14" name="">
            <a:extLst xmlns:a="http://schemas.openxmlformats.org/drawingml/2006/main">
              <a:ext uri="{FF2B5EF4-FFF2-40B4-BE49-F238E27FC236}">
                <a16:creationId xmlns:a16="http://schemas.microsoft.com/office/drawing/2014/main" id="{B508C71A-66BC-47AD-A52A-A79824B48241}"/>
              </a:ext>
            </a:extLst>
          </p:cNvPr>
          <p:cNvSpPr>
            <a:spLocks xmlns:a="http://schemas.openxmlformats.org/drawingml/2006/main" noGrp="1"/>
          </p:cNvSpPr>
          <p:nvPr/>
        </p:nvSpPr>
        <p:spPr>
          <a:xfrm xmlns:a="http://schemas.openxmlformats.org/drawingml/2006/main">
            <a:off x="590550" y="3771900"/>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02D4C"/>
                </a:solidFill>
                <a:latin typeface="Arial"/>
                <a:ea typeface="Arial"/>
                <a:cs typeface="Arial"/>
              </a:defRPr>
            </a:defPPr>
            <a:lvl1pPr>
              <a:defRPr sz="1575" b="0">
                <a:solidFill>
                  <a:srgbClr val="002D4C"/>
                </a:solidFill>
                <a:latin typeface="Arial"/>
                <a:ea typeface="Arial"/>
                <a:cs typeface="Arial"/>
              </a:defRPr>
            </a:lvl1pPr>
            <a:lvl2pPr>
              <a:defRPr sz="1575" b="0">
                <a:solidFill>
                  <a:srgbClr val="002D4C"/>
                </a:solidFill>
                <a:latin typeface="Arial"/>
                <a:ea typeface="Arial"/>
                <a:cs typeface="Arial"/>
              </a:defRPr>
            </a:lvl2pPr>
            <a:lvl3pPr>
              <a:defRPr sz="1575" b="0">
                <a:solidFill>
                  <a:srgbClr val="002D4C"/>
                </a:solidFill>
                <a:latin typeface="Arial"/>
                <a:ea typeface="Arial"/>
                <a:cs typeface="Arial"/>
              </a:defRPr>
            </a:lvl3pPr>
            <a:lvl4pPr>
              <a:defRPr sz="1575" b="0">
                <a:solidFill>
                  <a:srgbClr val="002D4C"/>
                </a:solidFill>
                <a:latin typeface="Arial"/>
                <a:ea typeface="Arial"/>
                <a:cs typeface="Arial"/>
              </a:defRPr>
            </a:lvl4pPr>
            <a:lvl5pPr>
              <a:defRPr sz="1575" b="0">
                <a:solidFill>
                  <a:srgbClr val="002D4C"/>
                </a:solidFill>
                <a:latin typeface="Arial"/>
                <a:ea typeface="Arial"/>
                <a:cs typeface="Arial"/>
              </a:defRPr>
            </a:lvl5pPr>
            <a:lvl6pPr>
              <a:defRPr sz="1575" b="0">
                <a:solidFill>
                  <a:srgbClr val="002D4C"/>
                </a:solidFill>
                <a:latin typeface="Arial"/>
                <a:ea typeface="Arial"/>
                <a:cs typeface="Arial"/>
              </a:defRPr>
            </a:lvl6pPr>
            <a:lvl7pPr>
              <a:defRPr sz="1575" b="0">
                <a:solidFill>
                  <a:srgbClr val="002D4C"/>
                </a:solidFill>
                <a:latin typeface="Arial"/>
                <a:ea typeface="Arial"/>
                <a:cs typeface="Arial"/>
              </a:defRPr>
            </a:lvl7pPr>
            <a:lvl8pPr>
              <a:defRPr sz="1575" b="0">
                <a:solidFill>
                  <a:srgbClr val="002D4C"/>
                </a:solidFill>
                <a:latin typeface="Arial"/>
                <a:ea typeface="Arial"/>
                <a:cs typeface="Arial"/>
              </a:defRPr>
            </a:lvl8pPr>
            <a:lvl9pPr>
              <a:defRPr sz="1575" b="0">
                <a:solidFill>
                  <a:srgbClr val="002D4C"/>
                </a:solidFill>
                <a:latin typeface="Arial"/>
                <a:ea typeface="Arial"/>
                <a:cs typeface="Arial"/>
              </a:defRPr>
            </a:lvl9pPr>
          </a:lstStyle>
          <a:p xmlns:a="http://schemas.openxmlformats.org/drawingml/2006/main">
            <a:pPr>
              <a:defRPr sz="1575" b="0">
                <a:solidFill>
                  <a:srgbClr val="002D4C"/>
                </a:solidFill>
                <a:latin typeface="Arial"/>
                <a:ea typeface="Arial"/>
                <a:cs typeface="Arial"/>
              </a:defRPr>
            </a:pPr>
            <a:r>
              <a:rPr sz="1575" b="1">
                <a:solidFill>
                  <a:srgbClr val="002D4C"/>
                </a:solidFill>
                <a:latin typeface="Arial"/>
                <a:ea typeface="Arial"/>
                <a:cs typeface="Arial"/>
              </a:rPr>
              <a:t>3 questions:</a:t>
            </a:r>
            <a:r>
              <a:rPr sz="1575" b="0">
                <a:solidFill>
                  <a:srgbClr val="002D4C"/>
                </a:solidFill>
                <a:latin typeface="Arial"/>
                <a:ea typeface="Arial"/>
                <a:cs typeface="Arial"/>
              </a:rPr>
              <a:t> 31606, 40487, 41371</a:t>
            </a:r>
          </a:p>
        </p:txBody>
      </p:sp>
      <p:sp>
        <p:nvSpPr>
          <p:cNvPr id="15" name="">
            <a:extLst xmlns:a="http://schemas.openxmlformats.org/drawingml/2006/main">
              <a:ext uri="{FF2B5EF4-FFF2-40B4-BE49-F238E27FC236}">
                <a16:creationId xmlns:a16="http://schemas.microsoft.com/office/drawing/2014/main" id="{F65F3D7E-93C6-4232-84F2-59FD237BE73D}"/>
              </a:ext>
            </a:extLst>
          </p:cNvPr>
          <p:cNvSpPr>
            <a:spLocks xmlns:a="http://schemas.openxmlformats.org/drawingml/2006/main" noGrp="1"/>
          </p:cNvSpPr>
          <p:nvPr/>
        </p:nvSpPr>
        <p:spPr>
          <a:xfrm xmlns:a="http://schemas.openxmlformats.org/drawingml/2006/main">
            <a:off x="590550" y="40957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671"/>
                </a:solidFill>
                <a:latin typeface="Arial"/>
                <a:ea typeface="Arial"/>
                <a:cs typeface="Arial"/>
              </a:defRPr>
            </a:defPPr>
            <a:lvl1pPr>
              <a:defRPr sz="1575" b="0">
                <a:solidFill>
                  <a:srgbClr val="526671"/>
                </a:solidFill>
                <a:latin typeface="Arial"/>
                <a:ea typeface="Arial"/>
                <a:cs typeface="Arial"/>
              </a:defRPr>
            </a:lvl1pPr>
            <a:lvl2pPr>
              <a:defRPr sz="1575" b="0">
                <a:solidFill>
                  <a:srgbClr val="526671"/>
                </a:solidFill>
                <a:latin typeface="Arial"/>
                <a:ea typeface="Arial"/>
                <a:cs typeface="Arial"/>
              </a:defRPr>
            </a:lvl2pPr>
            <a:lvl3pPr>
              <a:defRPr sz="1575" b="0">
                <a:solidFill>
                  <a:srgbClr val="526671"/>
                </a:solidFill>
                <a:latin typeface="Arial"/>
                <a:ea typeface="Arial"/>
                <a:cs typeface="Arial"/>
              </a:defRPr>
            </a:lvl3pPr>
            <a:lvl4pPr>
              <a:defRPr sz="1575" b="0">
                <a:solidFill>
                  <a:srgbClr val="526671"/>
                </a:solidFill>
                <a:latin typeface="Arial"/>
                <a:ea typeface="Arial"/>
                <a:cs typeface="Arial"/>
              </a:defRPr>
            </a:lvl4pPr>
            <a:lvl5pPr>
              <a:defRPr sz="1575" b="0">
                <a:solidFill>
                  <a:srgbClr val="526671"/>
                </a:solidFill>
                <a:latin typeface="Arial"/>
                <a:ea typeface="Arial"/>
                <a:cs typeface="Arial"/>
              </a:defRPr>
            </a:lvl5pPr>
            <a:lvl6pPr>
              <a:defRPr sz="1575" b="0">
                <a:solidFill>
                  <a:srgbClr val="526671"/>
                </a:solidFill>
                <a:latin typeface="Arial"/>
                <a:ea typeface="Arial"/>
                <a:cs typeface="Arial"/>
              </a:defRPr>
            </a:lvl6pPr>
            <a:lvl7pPr>
              <a:defRPr sz="1575" b="0">
                <a:solidFill>
                  <a:srgbClr val="526671"/>
                </a:solidFill>
                <a:latin typeface="Arial"/>
                <a:ea typeface="Arial"/>
                <a:cs typeface="Arial"/>
              </a:defRPr>
            </a:lvl7pPr>
            <a:lvl8pPr>
              <a:defRPr sz="1575" b="0">
                <a:solidFill>
                  <a:srgbClr val="526671"/>
                </a:solidFill>
                <a:latin typeface="Arial"/>
                <a:ea typeface="Arial"/>
                <a:cs typeface="Arial"/>
              </a:defRPr>
            </a:lvl8pPr>
            <a:lvl9pPr>
              <a:defRPr sz="1575" b="0">
                <a:solidFill>
                  <a:srgbClr val="526671"/>
                </a:solidFill>
                <a:latin typeface="Arial"/>
                <a:ea typeface="Arial"/>
                <a:cs typeface="Arial"/>
              </a:defRPr>
            </a:lvl9pPr>
          </a:lstStyle>
          <a:p xmlns:a="http://schemas.openxmlformats.org/drawingml/2006/main">
            <a:pPr>
              <a:defRPr sz="1575" b="0">
                <a:solidFill>
                  <a:srgbClr val="526671"/>
                </a:solidFill>
                <a:latin typeface="Arial"/>
                <a:ea typeface="Arial"/>
                <a:cs typeface="Arial"/>
              </a:defRPr>
            </a:pPr>
            <a:r>
              <a:rPr sz="1575" b="1">
                <a:solidFill>
                  <a:srgbClr val="526671"/>
                </a:solidFill>
                <a:latin typeface="Arial"/>
                <a:ea typeface="Arial"/>
                <a:cs typeface="Arial"/>
              </a:rPr>
              <a:t>Example:</a:t>
            </a:r>
            <a:r>
              <a:rPr sz="1575" b="0">
                <a:solidFill>
                  <a:srgbClr val="526671"/>
                </a:solidFill>
                <a:latin typeface="Arial"/>
                <a:ea typeface="Arial"/>
                <a:cs typeface="Arial"/>
              </a:rPr>
              <a:t> The agent assumes a candidate meets a condition based on its name, then continues without checking it.</a:t>
            </a:r>
          </a:p>
        </p:txBody>
      </p:sp>
      <p:sp>
        <p:nvSpPr>
          <p:cNvPr id="16" name="">
            <a:extLst xmlns:a="http://schemas.openxmlformats.org/drawingml/2006/main">
              <a:ext uri="{FF2B5EF4-FFF2-40B4-BE49-F238E27FC236}">
                <a16:creationId xmlns:a16="http://schemas.microsoft.com/office/drawing/2014/main" id="{76BBD725-4A14-4CDC-B892-B3FD0B1922ED}"/>
              </a:ext>
            </a:extLst>
          </p:cNvPr>
          <p:cNvSpPr>
            <a:spLocks xmlns:a="http://schemas.openxmlformats.org/drawingml/2006/main" noGrp="1"/>
          </p:cNvSpPr>
          <p:nvPr/>
        </p:nvSpPr>
        <p:spPr>
          <a:xfrm xmlns:a="http://schemas.openxmlformats.org/drawingml/2006/main">
            <a:off x="590550" y="458152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2D4C"/>
                </a:solidFill>
                <a:latin typeface="Arial"/>
                <a:ea typeface="Arial"/>
                <a:cs typeface="Arial"/>
              </a:defRPr>
            </a:defPPr>
            <a:lvl1pPr>
              <a:defRPr sz="1875" b="1">
                <a:solidFill>
                  <a:srgbClr val="002D4C"/>
                </a:solidFill>
                <a:latin typeface="Arial"/>
                <a:ea typeface="Arial"/>
                <a:cs typeface="Arial"/>
              </a:defRPr>
            </a:lvl1pPr>
            <a:lvl2pPr>
              <a:defRPr sz="1875" b="1">
                <a:solidFill>
                  <a:srgbClr val="002D4C"/>
                </a:solidFill>
                <a:latin typeface="Arial"/>
                <a:ea typeface="Arial"/>
                <a:cs typeface="Arial"/>
              </a:defRPr>
            </a:lvl2pPr>
            <a:lvl3pPr>
              <a:defRPr sz="1875" b="1">
                <a:solidFill>
                  <a:srgbClr val="002D4C"/>
                </a:solidFill>
                <a:latin typeface="Arial"/>
                <a:ea typeface="Arial"/>
                <a:cs typeface="Arial"/>
              </a:defRPr>
            </a:lvl3pPr>
            <a:lvl4pPr>
              <a:defRPr sz="1875" b="1">
                <a:solidFill>
                  <a:srgbClr val="002D4C"/>
                </a:solidFill>
                <a:latin typeface="Arial"/>
                <a:ea typeface="Arial"/>
                <a:cs typeface="Arial"/>
              </a:defRPr>
            </a:lvl4pPr>
            <a:lvl5pPr>
              <a:defRPr sz="1875" b="1">
                <a:solidFill>
                  <a:srgbClr val="002D4C"/>
                </a:solidFill>
                <a:latin typeface="Arial"/>
                <a:ea typeface="Arial"/>
                <a:cs typeface="Arial"/>
              </a:defRPr>
            </a:lvl5pPr>
            <a:lvl6pPr>
              <a:defRPr sz="1875" b="1">
                <a:solidFill>
                  <a:srgbClr val="002D4C"/>
                </a:solidFill>
                <a:latin typeface="Arial"/>
                <a:ea typeface="Arial"/>
                <a:cs typeface="Arial"/>
              </a:defRPr>
            </a:lvl6pPr>
            <a:lvl7pPr>
              <a:defRPr sz="1875" b="1">
                <a:solidFill>
                  <a:srgbClr val="002D4C"/>
                </a:solidFill>
                <a:latin typeface="Arial"/>
                <a:ea typeface="Arial"/>
                <a:cs typeface="Arial"/>
              </a:defRPr>
            </a:lvl7pPr>
            <a:lvl8pPr>
              <a:defRPr sz="1875" b="1">
                <a:solidFill>
                  <a:srgbClr val="002D4C"/>
                </a:solidFill>
                <a:latin typeface="Arial"/>
                <a:ea typeface="Arial"/>
                <a:cs typeface="Arial"/>
              </a:defRPr>
            </a:lvl8pPr>
            <a:lvl9pPr>
              <a:defRPr sz="1875" b="1">
                <a:solidFill>
                  <a:srgbClr val="002D4C"/>
                </a:solidFill>
                <a:latin typeface="Arial"/>
                <a:ea typeface="Arial"/>
                <a:cs typeface="Arial"/>
              </a:defRPr>
            </a:lvl9pPr>
          </a:lstStyle>
          <a:p xmlns:a="http://schemas.openxmlformats.org/drawingml/2006/main">
            <a:pPr>
              <a:defRPr sz="1875" b="1">
                <a:solidFill>
                  <a:srgbClr val="002D4C"/>
                </a:solidFill>
                <a:latin typeface="Arial"/>
                <a:ea typeface="Arial"/>
                <a:cs typeface="Arial"/>
              </a:defRPr>
            </a:pPr>
            <a:r>
              <a:rPr sz="1875" b="1">
                <a:solidFill>
                  <a:srgbClr val="002D4C"/>
                </a:solidFill>
                <a:latin typeface="Arial"/>
                <a:ea typeface="Arial"/>
                <a:cs typeface="Arial"/>
              </a:rPr>
              <a:t>3. Relation Semantics Do Not Match the Question</a:t>
            </a:r>
          </a:p>
        </p:txBody>
      </p:sp>
      <p:sp>
        <p:nvSpPr>
          <p:cNvPr id="17" name="">
            <a:extLst xmlns:a="http://schemas.openxmlformats.org/drawingml/2006/main">
              <a:ext uri="{FF2B5EF4-FFF2-40B4-BE49-F238E27FC236}">
                <a16:creationId xmlns:a16="http://schemas.microsoft.com/office/drawing/2014/main" id="{F1DE0C03-AD75-4CB1-B632-ECD237D73575}"/>
              </a:ext>
            </a:extLst>
          </p:cNvPr>
          <p:cNvSpPr>
            <a:spLocks xmlns:a="http://schemas.openxmlformats.org/drawingml/2006/main" noGrp="1"/>
          </p:cNvSpPr>
          <p:nvPr/>
        </p:nvSpPr>
        <p:spPr>
          <a:xfrm xmlns:a="http://schemas.openxmlformats.org/drawingml/2006/main">
            <a:off x="590550" y="49625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002D4C"/>
                </a:solidFill>
                <a:latin typeface="Arial"/>
                <a:ea typeface="Arial"/>
                <a:cs typeface="Arial"/>
              </a:defRPr>
            </a:defPPr>
            <a:lvl1pPr>
              <a:defRPr sz="1650" b="0">
                <a:solidFill>
                  <a:srgbClr val="002D4C"/>
                </a:solidFill>
                <a:latin typeface="Arial"/>
                <a:ea typeface="Arial"/>
                <a:cs typeface="Arial"/>
              </a:defRPr>
            </a:lvl1pPr>
            <a:lvl2pPr>
              <a:defRPr sz="1650" b="0">
                <a:solidFill>
                  <a:srgbClr val="002D4C"/>
                </a:solidFill>
                <a:latin typeface="Arial"/>
                <a:ea typeface="Arial"/>
                <a:cs typeface="Arial"/>
              </a:defRPr>
            </a:lvl2pPr>
            <a:lvl3pPr>
              <a:defRPr sz="1650" b="0">
                <a:solidFill>
                  <a:srgbClr val="002D4C"/>
                </a:solidFill>
                <a:latin typeface="Arial"/>
                <a:ea typeface="Arial"/>
                <a:cs typeface="Arial"/>
              </a:defRPr>
            </a:lvl3pPr>
            <a:lvl4pPr>
              <a:defRPr sz="1650" b="0">
                <a:solidFill>
                  <a:srgbClr val="002D4C"/>
                </a:solidFill>
                <a:latin typeface="Arial"/>
                <a:ea typeface="Arial"/>
                <a:cs typeface="Arial"/>
              </a:defRPr>
            </a:lvl4pPr>
            <a:lvl5pPr>
              <a:defRPr sz="1650" b="0">
                <a:solidFill>
                  <a:srgbClr val="002D4C"/>
                </a:solidFill>
                <a:latin typeface="Arial"/>
                <a:ea typeface="Arial"/>
                <a:cs typeface="Arial"/>
              </a:defRPr>
            </a:lvl5pPr>
            <a:lvl6pPr>
              <a:defRPr sz="1650" b="0">
                <a:solidFill>
                  <a:srgbClr val="002D4C"/>
                </a:solidFill>
                <a:latin typeface="Arial"/>
                <a:ea typeface="Arial"/>
                <a:cs typeface="Arial"/>
              </a:defRPr>
            </a:lvl6pPr>
            <a:lvl7pPr>
              <a:defRPr sz="1650" b="0">
                <a:solidFill>
                  <a:srgbClr val="002D4C"/>
                </a:solidFill>
                <a:latin typeface="Arial"/>
                <a:ea typeface="Arial"/>
                <a:cs typeface="Arial"/>
              </a:defRPr>
            </a:lvl7pPr>
            <a:lvl8pPr>
              <a:defRPr sz="1650" b="0">
                <a:solidFill>
                  <a:srgbClr val="002D4C"/>
                </a:solidFill>
                <a:latin typeface="Arial"/>
                <a:ea typeface="Arial"/>
                <a:cs typeface="Arial"/>
              </a:defRPr>
            </a:lvl8pPr>
            <a:lvl9pPr>
              <a:defRPr sz="1650" b="0">
                <a:solidFill>
                  <a:srgbClr val="002D4C"/>
                </a:solidFill>
                <a:latin typeface="Arial"/>
                <a:ea typeface="Arial"/>
                <a:cs typeface="Arial"/>
              </a:defRPr>
            </a:lvl9pPr>
          </a:lstStyle>
          <a:p xmlns:a="http://schemas.openxmlformats.org/drawingml/2006/main">
            <a:pPr>
              <a:defRPr sz="1650" b="0">
                <a:solidFill>
                  <a:srgbClr val="002D4C"/>
                </a:solidFill>
                <a:latin typeface="Arial"/>
                <a:ea typeface="Arial"/>
                <a:cs typeface="Arial"/>
              </a:defRPr>
            </a:pPr>
            <a:r>
              <a:rPr sz="1650" b="0">
                <a:solidFill>
                  <a:srgbClr val="002D4C"/>
                </a:solidFill>
                <a:latin typeface="Arial"/>
                <a:ea typeface="Arial"/>
                <a:cs typeface="Arial"/>
              </a:rPr>
              <a:t>The selected relation does not express the meaning required by the question, leading to the wrong reasoning path or answer.</a:t>
            </a:r>
          </a:p>
        </p:txBody>
      </p:sp>
      <p:sp>
        <p:nvSpPr>
          <p:cNvPr id="18" name="">
            <a:extLst xmlns:a="http://schemas.openxmlformats.org/drawingml/2006/main">
              <a:ext uri="{FF2B5EF4-FFF2-40B4-BE49-F238E27FC236}">
                <a16:creationId xmlns:a16="http://schemas.microsoft.com/office/drawing/2014/main" id="{8B350BDC-789B-4A68-8AA2-53020831DDB0}"/>
              </a:ext>
            </a:extLst>
          </p:cNvPr>
          <p:cNvSpPr>
            <a:spLocks xmlns:a="http://schemas.openxmlformats.org/drawingml/2006/main" noGrp="1"/>
          </p:cNvSpPr>
          <p:nvPr/>
        </p:nvSpPr>
        <p:spPr>
          <a:xfrm xmlns:a="http://schemas.openxmlformats.org/drawingml/2006/main">
            <a:off x="590550" y="5514975"/>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02D4C"/>
                </a:solidFill>
                <a:latin typeface="Arial"/>
                <a:ea typeface="Arial"/>
                <a:cs typeface="Arial"/>
              </a:defRPr>
            </a:defPPr>
            <a:lvl1pPr>
              <a:defRPr sz="1575" b="0">
                <a:solidFill>
                  <a:srgbClr val="002D4C"/>
                </a:solidFill>
                <a:latin typeface="Arial"/>
                <a:ea typeface="Arial"/>
                <a:cs typeface="Arial"/>
              </a:defRPr>
            </a:lvl1pPr>
            <a:lvl2pPr>
              <a:defRPr sz="1575" b="0">
                <a:solidFill>
                  <a:srgbClr val="002D4C"/>
                </a:solidFill>
                <a:latin typeface="Arial"/>
                <a:ea typeface="Arial"/>
                <a:cs typeface="Arial"/>
              </a:defRPr>
            </a:lvl2pPr>
            <a:lvl3pPr>
              <a:defRPr sz="1575" b="0">
                <a:solidFill>
                  <a:srgbClr val="002D4C"/>
                </a:solidFill>
                <a:latin typeface="Arial"/>
                <a:ea typeface="Arial"/>
                <a:cs typeface="Arial"/>
              </a:defRPr>
            </a:lvl3pPr>
            <a:lvl4pPr>
              <a:defRPr sz="1575" b="0">
                <a:solidFill>
                  <a:srgbClr val="002D4C"/>
                </a:solidFill>
                <a:latin typeface="Arial"/>
                <a:ea typeface="Arial"/>
                <a:cs typeface="Arial"/>
              </a:defRPr>
            </a:lvl4pPr>
            <a:lvl5pPr>
              <a:defRPr sz="1575" b="0">
                <a:solidFill>
                  <a:srgbClr val="002D4C"/>
                </a:solidFill>
                <a:latin typeface="Arial"/>
                <a:ea typeface="Arial"/>
                <a:cs typeface="Arial"/>
              </a:defRPr>
            </a:lvl5pPr>
            <a:lvl6pPr>
              <a:defRPr sz="1575" b="0">
                <a:solidFill>
                  <a:srgbClr val="002D4C"/>
                </a:solidFill>
                <a:latin typeface="Arial"/>
                <a:ea typeface="Arial"/>
                <a:cs typeface="Arial"/>
              </a:defRPr>
            </a:lvl6pPr>
            <a:lvl7pPr>
              <a:defRPr sz="1575" b="0">
                <a:solidFill>
                  <a:srgbClr val="002D4C"/>
                </a:solidFill>
                <a:latin typeface="Arial"/>
                <a:ea typeface="Arial"/>
                <a:cs typeface="Arial"/>
              </a:defRPr>
            </a:lvl7pPr>
            <a:lvl8pPr>
              <a:defRPr sz="1575" b="0">
                <a:solidFill>
                  <a:srgbClr val="002D4C"/>
                </a:solidFill>
                <a:latin typeface="Arial"/>
                <a:ea typeface="Arial"/>
                <a:cs typeface="Arial"/>
              </a:defRPr>
            </a:lvl8pPr>
            <a:lvl9pPr>
              <a:defRPr sz="1575" b="0">
                <a:solidFill>
                  <a:srgbClr val="002D4C"/>
                </a:solidFill>
                <a:latin typeface="Arial"/>
                <a:ea typeface="Arial"/>
                <a:cs typeface="Arial"/>
              </a:defRPr>
            </a:lvl9pPr>
          </a:lstStyle>
          <a:p xmlns:a="http://schemas.openxmlformats.org/drawingml/2006/main">
            <a:pPr>
              <a:defRPr sz="1575" b="0">
                <a:solidFill>
                  <a:srgbClr val="002D4C"/>
                </a:solidFill>
                <a:latin typeface="Arial"/>
                <a:ea typeface="Arial"/>
                <a:cs typeface="Arial"/>
              </a:defRPr>
            </a:pPr>
            <a:r>
              <a:rPr sz="1575" b="1">
                <a:solidFill>
                  <a:srgbClr val="002D4C"/>
                </a:solidFill>
                <a:latin typeface="Arial"/>
                <a:ea typeface="Arial"/>
                <a:cs typeface="Arial"/>
              </a:rPr>
              <a:t>2 questions:</a:t>
            </a:r>
            <a:r>
              <a:rPr sz="1575" b="0">
                <a:solidFill>
                  <a:srgbClr val="002D4C"/>
                </a:solidFill>
                <a:latin typeface="Arial"/>
                <a:ea typeface="Arial"/>
                <a:cs typeface="Arial"/>
              </a:rPr>
              <a:t> 37715, 40487</a:t>
            </a:r>
          </a:p>
        </p:txBody>
      </p:sp>
      <p:sp>
        <p:nvSpPr>
          <p:cNvPr id="19" name="">
            <a:extLst xmlns:a="http://schemas.openxmlformats.org/drawingml/2006/main">
              <a:ext uri="{FF2B5EF4-FFF2-40B4-BE49-F238E27FC236}">
                <a16:creationId xmlns:a16="http://schemas.microsoft.com/office/drawing/2014/main" id="{49F9068E-9417-4B03-9C5A-B58962F1B5BF}"/>
              </a:ext>
            </a:extLst>
          </p:cNvPr>
          <p:cNvSpPr>
            <a:spLocks xmlns:a="http://schemas.openxmlformats.org/drawingml/2006/main" noGrp="1"/>
          </p:cNvSpPr>
          <p:nvPr/>
        </p:nvSpPr>
        <p:spPr>
          <a:xfrm xmlns:a="http://schemas.openxmlformats.org/drawingml/2006/main">
            <a:off x="590550" y="58388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671"/>
                </a:solidFill>
                <a:latin typeface="Arial"/>
                <a:ea typeface="Arial"/>
                <a:cs typeface="Arial"/>
              </a:defRPr>
            </a:defPPr>
            <a:lvl1pPr>
              <a:defRPr sz="1575" b="0">
                <a:solidFill>
                  <a:srgbClr val="526671"/>
                </a:solidFill>
                <a:latin typeface="Arial"/>
                <a:ea typeface="Arial"/>
                <a:cs typeface="Arial"/>
              </a:defRPr>
            </a:lvl1pPr>
            <a:lvl2pPr>
              <a:defRPr sz="1575" b="0">
                <a:solidFill>
                  <a:srgbClr val="526671"/>
                </a:solidFill>
                <a:latin typeface="Arial"/>
                <a:ea typeface="Arial"/>
                <a:cs typeface="Arial"/>
              </a:defRPr>
            </a:lvl2pPr>
            <a:lvl3pPr>
              <a:defRPr sz="1575" b="0">
                <a:solidFill>
                  <a:srgbClr val="526671"/>
                </a:solidFill>
                <a:latin typeface="Arial"/>
                <a:ea typeface="Arial"/>
                <a:cs typeface="Arial"/>
              </a:defRPr>
            </a:lvl3pPr>
            <a:lvl4pPr>
              <a:defRPr sz="1575" b="0">
                <a:solidFill>
                  <a:srgbClr val="526671"/>
                </a:solidFill>
                <a:latin typeface="Arial"/>
                <a:ea typeface="Arial"/>
                <a:cs typeface="Arial"/>
              </a:defRPr>
            </a:lvl4pPr>
            <a:lvl5pPr>
              <a:defRPr sz="1575" b="0">
                <a:solidFill>
                  <a:srgbClr val="526671"/>
                </a:solidFill>
                <a:latin typeface="Arial"/>
                <a:ea typeface="Arial"/>
                <a:cs typeface="Arial"/>
              </a:defRPr>
            </a:lvl5pPr>
            <a:lvl6pPr>
              <a:defRPr sz="1575" b="0">
                <a:solidFill>
                  <a:srgbClr val="526671"/>
                </a:solidFill>
                <a:latin typeface="Arial"/>
                <a:ea typeface="Arial"/>
                <a:cs typeface="Arial"/>
              </a:defRPr>
            </a:lvl6pPr>
            <a:lvl7pPr>
              <a:defRPr sz="1575" b="0">
                <a:solidFill>
                  <a:srgbClr val="526671"/>
                </a:solidFill>
                <a:latin typeface="Arial"/>
                <a:ea typeface="Arial"/>
                <a:cs typeface="Arial"/>
              </a:defRPr>
            </a:lvl7pPr>
            <a:lvl8pPr>
              <a:defRPr sz="1575" b="0">
                <a:solidFill>
                  <a:srgbClr val="526671"/>
                </a:solidFill>
                <a:latin typeface="Arial"/>
                <a:ea typeface="Arial"/>
                <a:cs typeface="Arial"/>
              </a:defRPr>
            </a:lvl8pPr>
            <a:lvl9pPr>
              <a:defRPr sz="1575" b="0">
                <a:solidFill>
                  <a:srgbClr val="526671"/>
                </a:solidFill>
                <a:latin typeface="Arial"/>
                <a:ea typeface="Arial"/>
                <a:cs typeface="Arial"/>
              </a:defRPr>
            </a:lvl9pPr>
          </a:lstStyle>
          <a:p xmlns:a="http://schemas.openxmlformats.org/drawingml/2006/main">
            <a:pPr>
              <a:defRPr sz="1575" b="0">
                <a:solidFill>
                  <a:srgbClr val="526671"/>
                </a:solidFill>
                <a:latin typeface="Arial"/>
                <a:ea typeface="Arial"/>
                <a:cs typeface="Arial"/>
              </a:defRPr>
            </a:pPr>
            <a:r>
              <a:rPr sz="1575" b="1">
                <a:solidFill>
                  <a:srgbClr val="526671"/>
                </a:solidFill>
                <a:latin typeface="Arial"/>
                <a:ea typeface="Arial"/>
                <a:cs typeface="Arial"/>
              </a:rPr>
              <a:t>Example:</a:t>
            </a:r>
            <a:r>
              <a:rPr sz="1575" b="0">
                <a:solidFill>
                  <a:srgbClr val="526671"/>
                </a:solidFill>
                <a:latin typeface="Arial"/>
                <a:ea typeface="Arial"/>
                <a:cs typeface="Arial"/>
              </a:rPr>
              <a:t> The agent finds a related property but treats it as the specific relationship the question asks for.</a:t>
            </a:r>
          </a:p>
        </p:txBody>
      </p:sp>
    </p:spTree>
    <p:extLst>
      <p:ext uri="{BB962C8B-B14F-4D97-AF65-F5344CB8AC3E}">
        <p14:creationId xmlns:p14="http://schemas.microsoft.com/office/powerpoint/2010/main" val="204683157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Rectangle 3">
            <a:extLst xmlns:a="http://schemas.openxmlformats.org/drawingml/2006/main">
              <a:ext uri="{FF2B5EF4-FFF2-40B4-BE49-F238E27FC236}">
                <a16:creationId xmlns:a16="http://schemas.microsoft.com/office/drawing/2014/main" id="{26EFEE92-4BA4-486F-AAEC-651A89DFEDC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968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5" name="">
            <a:extLst xmlns:a="http://schemas.openxmlformats.org/drawingml/2006/main">
              <a:ext uri="{FF2B5EF4-FFF2-40B4-BE49-F238E27FC236}">
                <a16:creationId xmlns:a16="http://schemas.microsoft.com/office/drawing/2014/main" id="{44CB4743-029F-43C5-B54F-C259177E2E7A}"/>
              </a:ext>
            </a:extLst>
          </p:cNvPr>
          <p:cNvSpPr>
            <a:spLocks xmlns:a="http://schemas.openxmlformats.org/drawingml/2006/main" noGrp="1"/>
          </p:cNvSpPr>
          <p:nvPr/>
        </p:nvSpPr>
        <p:spPr>
          <a:xfrm xmlns:a="http://schemas.openxmlformats.org/drawingml/2006/main">
            <a:off x="590550" y="65532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768993"/>
                </a:solidFill>
                <a:latin typeface="Arial"/>
                <a:ea typeface="Arial"/>
                <a:cs typeface="Arial"/>
              </a:defRPr>
            </a:defPPr>
            <a:lvl1pPr>
              <a:buNone/>
              <a:defRPr sz="750" b="0">
                <a:solidFill>
                  <a:srgbClr val="768993"/>
                </a:solidFill>
                <a:latin typeface="Arial"/>
                <a:ea typeface="Arial"/>
                <a:cs typeface="Arial"/>
              </a:defRPr>
            </a:lvl1pPr>
            <a:lvl2pPr>
              <a:buNone/>
              <a:defRPr sz="750" b="0">
                <a:solidFill>
                  <a:srgbClr val="768993"/>
                </a:solidFill>
                <a:latin typeface="Arial"/>
                <a:ea typeface="Arial"/>
                <a:cs typeface="Arial"/>
              </a:defRPr>
            </a:lvl2pPr>
            <a:lvl3pPr>
              <a:buNone/>
              <a:defRPr sz="750" b="0">
                <a:solidFill>
                  <a:srgbClr val="768993"/>
                </a:solidFill>
                <a:latin typeface="Arial"/>
                <a:ea typeface="Arial"/>
                <a:cs typeface="Arial"/>
              </a:defRPr>
            </a:lvl3pPr>
            <a:lvl4pPr>
              <a:buNone/>
              <a:defRPr sz="750" b="0">
                <a:solidFill>
                  <a:srgbClr val="768993"/>
                </a:solidFill>
                <a:latin typeface="Arial"/>
                <a:ea typeface="Arial"/>
                <a:cs typeface="Arial"/>
              </a:defRPr>
            </a:lvl4pPr>
            <a:lvl5pPr>
              <a:buNone/>
              <a:defRPr sz="750" b="0">
                <a:solidFill>
                  <a:srgbClr val="768993"/>
                </a:solidFill>
                <a:latin typeface="Arial"/>
                <a:ea typeface="Arial"/>
                <a:cs typeface="Arial"/>
              </a:defRPr>
            </a:lvl5pPr>
            <a:lvl6pPr>
              <a:buNone/>
              <a:defRPr sz="750" b="0">
                <a:solidFill>
                  <a:srgbClr val="768993"/>
                </a:solidFill>
                <a:latin typeface="Arial"/>
                <a:ea typeface="Arial"/>
                <a:cs typeface="Arial"/>
              </a:defRPr>
            </a:lvl6pPr>
            <a:lvl7pPr>
              <a:buNone/>
              <a:defRPr sz="750" b="0">
                <a:solidFill>
                  <a:srgbClr val="768993"/>
                </a:solidFill>
                <a:latin typeface="Arial"/>
                <a:ea typeface="Arial"/>
                <a:cs typeface="Arial"/>
              </a:defRPr>
            </a:lvl7pPr>
            <a:lvl8pPr>
              <a:buNone/>
              <a:defRPr sz="750" b="0">
                <a:solidFill>
                  <a:srgbClr val="768993"/>
                </a:solidFill>
                <a:latin typeface="Arial"/>
                <a:ea typeface="Arial"/>
                <a:cs typeface="Arial"/>
              </a:defRPr>
            </a:lvl8pPr>
            <a:lvl9pPr>
              <a:buNone/>
              <a:defRPr sz="750" b="0">
                <a:solidFill>
                  <a:srgbClr val="768993"/>
                </a:solidFill>
                <a:latin typeface="Arial"/>
                <a:ea typeface="Arial"/>
                <a:cs typeface="Arial"/>
              </a:defRPr>
            </a:lvl9pPr>
          </a:lstStyle>
          <a:p xmlns:a="http://schemas.openxmlformats.org/drawingml/2006/main">
            <a:pPr>
              <a:buNone/>
              <a:defRPr sz="750" b="0">
                <a:solidFill>
                  <a:srgbClr val="768993"/>
                </a:solidFill>
                <a:latin typeface="Arial"/>
                <a:ea typeface="Arial"/>
                <a:cs typeface="Arial"/>
              </a:defRPr>
            </a:pPr>
            <a:r>
              <a:rPr sz="750" b="0">
                <a:solidFill>
                  <a:srgbClr val="768993"/>
                </a:solidFill>
                <a:latin typeface="Arial"/>
                <a:ea typeface="Arial"/>
                <a:cs typeface="Arial"/>
              </a:rPr>
              <a:t>KG Agent Master Thesis · Error Analysis</a:t>
            </a:r>
          </a:p>
        </p:txBody>
      </p:sp>
      <p:sp>
        <p:nvSpPr>
          <p:cNvPr id="6" name="">
            <a:extLst xmlns:a="http://schemas.openxmlformats.org/drawingml/2006/main">
              <a:ext uri="{FF2B5EF4-FFF2-40B4-BE49-F238E27FC236}">
                <a16:creationId xmlns:a16="http://schemas.microsoft.com/office/drawing/2014/main" id="{BF308E81-E211-4998-99B5-11B068AA91EE}"/>
              </a:ext>
            </a:extLst>
          </p:cNvPr>
          <p:cNvSpPr>
            <a:spLocks xmlns:a="http://schemas.openxmlformats.org/drawingml/2006/main" noGrp="1"/>
          </p:cNvSpPr>
          <p:nvPr/>
        </p:nvSpPr>
        <p:spPr>
          <a:xfrm xmlns:a="http://schemas.openxmlformats.org/drawingml/2006/main">
            <a:off x="10668000" y="65532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768993"/>
                </a:solidFill>
                <a:latin typeface="Arial"/>
                <a:ea typeface="Arial"/>
                <a:cs typeface="Arial"/>
              </a:defRPr>
            </a:defPPr>
            <a:lvl1pPr>
              <a:buNone/>
              <a:defRPr sz="750" b="0">
                <a:solidFill>
                  <a:srgbClr val="768993"/>
                </a:solidFill>
                <a:latin typeface="Arial"/>
                <a:ea typeface="Arial"/>
                <a:cs typeface="Arial"/>
              </a:defRPr>
            </a:lvl1pPr>
            <a:lvl2pPr>
              <a:buNone/>
              <a:defRPr sz="750" b="0">
                <a:solidFill>
                  <a:srgbClr val="768993"/>
                </a:solidFill>
                <a:latin typeface="Arial"/>
                <a:ea typeface="Arial"/>
                <a:cs typeface="Arial"/>
              </a:defRPr>
            </a:lvl2pPr>
            <a:lvl3pPr>
              <a:buNone/>
              <a:defRPr sz="750" b="0">
                <a:solidFill>
                  <a:srgbClr val="768993"/>
                </a:solidFill>
                <a:latin typeface="Arial"/>
                <a:ea typeface="Arial"/>
                <a:cs typeface="Arial"/>
              </a:defRPr>
            </a:lvl3pPr>
            <a:lvl4pPr>
              <a:buNone/>
              <a:defRPr sz="750" b="0">
                <a:solidFill>
                  <a:srgbClr val="768993"/>
                </a:solidFill>
                <a:latin typeface="Arial"/>
                <a:ea typeface="Arial"/>
                <a:cs typeface="Arial"/>
              </a:defRPr>
            </a:lvl4pPr>
            <a:lvl5pPr>
              <a:buNone/>
              <a:defRPr sz="750" b="0">
                <a:solidFill>
                  <a:srgbClr val="768993"/>
                </a:solidFill>
                <a:latin typeface="Arial"/>
                <a:ea typeface="Arial"/>
                <a:cs typeface="Arial"/>
              </a:defRPr>
            </a:lvl5pPr>
            <a:lvl6pPr>
              <a:buNone/>
              <a:defRPr sz="750" b="0">
                <a:solidFill>
                  <a:srgbClr val="768993"/>
                </a:solidFill>
                <a:latin typeface="Arial"/>
                <a:ea typeface="Arial"/>
                <a:cs typeface="Arial"/>
              </a:defRPr>
            </a:lvl6pPr>
            <a:lvl7pPr>
              <a:buNone/>
              <a:defRPr sz="750" b="0">
                <a:solidFill>
                  <a:srgbClr val="768993"/>
                </a:solidFill>
                <a:latin typeface="Arial"/>
                <a:ea typeface="Arial"/>
                <a:cs typeface="Arial"/>
              </a:defRPr>
            </a:lvl7pPr>
            <a:lvl8pPr>
              <a:buNone/>
              <a:defRPr sz="750" b="0">
                <a:solidFill>
                  <a:srgbClr val="768993"/>
                </a:solidFill>
                <a:latin typeface="Arial"/>
                <a:ea typeface="Arial"/>
                <a:cs typeface="Arial"/>
              </a:defRPr>
            </a:lvl8pPr>
            <a:lvl9pPr>
              <a:buNone/>
              <a:defRPr sz="750" b="0">
                <a:solidFill>
                  <a:srgbClr val="768993"/>
                </a:solidFill>
                <a:latin typeface="Arial"/>
                <a:ea typeface="Arial"/>
                <a:cs typeface="Arial"/>
              </a:defRPr>
            </a:lvl9pPr>
          </a:lstStyle>
          <a:p xmlns:a="http://schemas.openxmlformats.org/drawingml/2006/main">
            <a:pPr>
              <a:buNone/>
              <a:defRPr sz="750" b="0">
                <a:solidFill>
                  <a:srgbClr val="768993"/>
                </a:solidFill>
                <a:latin typeface="Arial"/>
                <a:ea typeface="Arial"/>
                <a:cs typeface="Arial"/>
              </a:defRPr>
            </a:pPr>
            <a:r>
              <a:rPr sz="750" b="0">
                <a:solidFill>
                  <a:srgbClr val="768993"/>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D6B9A734-D1BB-4875-8AE9-C89F187D19DF}"/>
              </a:ext>
            </a:extLst>
          </p:cNvPr>
          <p:cNvSpPr>
            <a:spLocks xmlns:a="http://schemas.openxmlformats.org/drawingml/2006/main" noGrp="1"/>
          </p:cNvSpPr>
          <p:nvPr/>
        </p:nvSpPr>
        <p:spPr>
          <a:xfrm xmlns:a="http://schemas.openxmlformats.org/drawingml/2006/main">
            <a:off x="590550" y="323850"/>
            <a:ext cx="11010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002D4C"/>
                </a:solidFill>
                <a:latin typeface="Franklin Gothic Medium"/>
                <a:ea typeface="Franklin Gothic Medium"/>
                <a:cs typeface="Franklin Gothic Medium"/>
              </a:defRPr>
            </a:defPPr>
            <a:lvl1pPr>
              <a:defRPr sz="2550" b="0">
                <a:solidFill>
                  <a:srgbClr val="002D4C"/>
                </a:solidFill>
                <a:latin typeface="Franklin Gothic Medium"/>
                <a:ea typeface="Franklin Gothic Medium"/>
                <a:cs typeface="Franklin Gothic Medium"/>
              </a:defRPr>
            </a:lvl1pPr>
            <a:lvl2pPr>
              <a:defRPr sz="2550" b="0">
                <a:solidFill>
                  <a:srgbClr val="002D4C"/>
                </a:solidFill>
                <a:latin typeface="Franklin Gothic Medium"/>
                <a:ea typeface="Franklin Gothic Medium"/>
                <a:cs typeface="Franklin Gothic Medium"/>
              </a:defRPr>
            </a:lvl2pPr>
            <a:lvl3pPr>
              <a:defRPr sz="2550" b="0">
                <a:solidFill>
                  <a:srgbClr val="002D4C"/>
                </a:solidFill>
                <a:latin typeface="Franklin Gothic Medium"/>
                <a:ea typeface="Franklin Gothic Medium"/>
                <a:cs typeface="Franklin Gothic Medium"/>
              </a:defRPr>
            </a:lvl3pPr>
            <a:lvl4pPr>
              <a:defRPr sz="2550" b="0">
                <a:solidFill>
                  <a:srgbClr val="002D4C"/>
                </a:solidFill>
                <a:latin typeface="Franklin Gothic Medium"/>
                <a:ea typeface="Franklin Gothic Medium"/>
                <a:cs typeface="Franklin Gothic Medium"/>
              </a:defRPr>
            </a:lvl4pPr>
            <a:lvl5pPr>
              <a:defRPr sz="2550" b="0">
                <a:solidFill>
                  <a:srgbClr val="002D4C"/>
                </a:solidFill>
                <a:latin typeface="Franklin Gothic Medium"/>
                <a:ea typeface="Franklin Gothic Medium"/>
                <a:cs typeface="Franklin Gothic Medium"/>
              </a:defRPr>
            </a:lvl5pPr>
            <a:lvl6pPr>
              <a:defRPr sz="2550" b="0">
                <a:solidFill>
                  <a:srgbClr val="002D4C"/>
                </a:solidFill>
                <a:latin typeface="Franklin Gothic Medium"/>
                <a:ea typeface="Franklin Gothic Medium"/>
                <a:cs typeface="Franklin Gothic Medium"/>
              </a:defRPr>
            </a:lvl6pPr>
            <a:lvl7pPr>
              <a:defRPr sz="2550" b="0">
                <a:solidFill>
                  <a:srgbClr val="002D4C"/>
                </a:solidFill>
                <a:latin typeface="Franklin Gothic Medium"/>
                <a:ea typeface="Franklin Gothic Medium"/>
                <a:cs typeface="Franklin Gothic Medium"/>
              </a:defRPr>
            </a:lvl7pPr>
            <a:lvl8pPr>
              <a:defRPr sz="2550" b="0">
                <a:solidFill>
                  <a:srgbClr val="002D4C"/>
                </a:solidFill>
                <a:latin typeface="Franklin Gothic Medium"/>
                <a:ea typeface="Franklin Gothic Medium"/>
                <a:cs typeface="Franklin Gothic Medium"/>
              </a:defRPr>
            </a:lvl8pPr>
            <a:lvl9pPr>
              <a:defRPr sz="2550" b="0">
                <a:solidFill>
                  <a:srgbClr val="002D4C"/>
                </a:solidFill>
                <a:latin typeface="Franklin Gothic Medium"/>
                <a:ea typeface="Franklin Gothic Medium"/>
                <a:cs typeface="Franklin Gothic Medium"/>
              </a:defRPr>
            </a:lvl9pPr>
          </a:lstStyle>
          <a:p xmlns:a="http://schemas.openxmlformats.org/drawingml/2006/main">
            <a:pPr>
              <a:defRPr sz="2550" b="0">
                <a:solidFill>
                  <a:srgbClr val="002D4C"/>
                </a:solidFill>
                <a:latin typeface="Franklin Gothic Medium"/>
                <a:ea typeface="Franklin Gothic Medium"/>
                <a:cs typeface="Franklin Gothic Medium"/>
              </a:defRPr>
            </a:pPr>
            <a:r>
              <a:rPr sz="2550" b="0">
                <a:solidFill>
                  <a:srgbClr val="002D4C"/>
                </a:solidFill>
                <a:latin typeface="Franklin Gothic Medium"/>
                <a:ea typeface="Franklin Gothic Medium"/>
                <a:cs typeface="Franklin Gothic Medium"/>
              </a:rPr>
              <a:t>Observed Problems: Final Answers</a:t>
            </a:r>
          </a:p>
        </p:txBody>
      </p:sp>
      <p:sp>
        <p:nvSpPr>
          <p:cNvPr id="8" name="">
            <a:extLst xmlns:a="http://schemas.openxmlformats.org/drawingml/2006/main">
              <a:ext uri="{FF2B5EF4-FFF2-40B4-BE49-F238E27FC236}">
                <a16:creationId xmlns:a16="http://schemas.microsoft.com/office/drawing/2014/main" id="{E4ED8E35-59D5-4FFE-BD5A-9BFB90069BD3}"/>
              </a:ext>
            </a:extLst>
          </p:cNvPr>
          <p:cNvSpPr>
            <a:spLocks xmlns:a="http://schemas.openxmlformats.org/drawingml/2006/main" noGrp="1"/>
          </p:cNvSpPr>
          <p:nvPr/>
        </p:nvSpPr>
        <p:spPr>
          <a:xfrm xmlns:a="http://schemas.openxmlformats.org/drawingml/2006/main">
            <a:off x="590550" y="126682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2D4C"/>
                </a:solidFill>
                <a:latin typeface="Arial"/>
                <a:ea typeface="Arial"/>
                <a:cs typeface="Arial"/>
              </a:defRPr>
            </a:defPPr>
            <a:lvl1pPr>
              <a:defRPr sz="1875" b="1">
                <a:solidFill>
                  <a:srgbClr val="002D4C"/>
                </a:solidFill>
                <a:latin typeface="Arial"/>
                <a:ea typeface="Arial"/>
                <a:cs typeface="Arial"/>
              </a:defRPr>
            </a:lvl1pPr>
            <a:lvl2pPr>
              <a:defRPr sz="1875" b="1">
                <a:solidFill>
                  <a:srgbClr val="002D4C"/>
                </a:solidFill>
                <a:latin typeface="Arial"/>
                <a:ea typeface="Arial"/>
                <a:cs typeface="Arial"/>
              </a:defRPr>
            </a:lvl2pPr>
            <a:lvl3pPr>
              <a:defRPr sz="1875" b="1">
                <a:solidFill>
                  <a:srgbClr val="002D4C"/>
                </a:solidFill>
                <a:latin typeface="Arial"/>
                <a:ea typeface="Arial"/>
                <a:cs typeface="Arial"/>
              </a:defRPr>
            </a:lvl3pPr>
            <a:lvl4pPr>
              <a:defRPr sz="1875" b="1">
                <a:solidFill>
                  <a:srgbClr val="002D4C"/>
                </a:solidFill>
                <a:latin typeface="Arial"/>
                <a:ea typeface="Arial"/>
                <a:cs typeface="Arial"/>
              </a:defRPr>
            </a:lvl4pPr>
            <a:lvl5pPr>
              <a:defRPr sz="1875" b="1">
                <a:solidFill>
                  <a:srgbClr val="002D4C"/>
                </a:solidFill>
                <a:latin typeface="Arial"/>
                <a:ea typeface="Arial"/>
                <a:cs typeface="Arial"/>
              </a:defRPr>
            </a:lvl5pPr>
            <a:lvl6pPr>
              <a:defRPr sz="1875" b="1">
                <a:solidFill>
                  <a:srgbClr val="002D4C"/>
                </a:solidFill>
                <a:latin typeface="Arial"/>
                <a:ea typeface="Arial"/>
                <a:cs typeface="Arial"/>
              </a:defRPr>
            </a:lvl6pPr>
            <a:lvl7pPr>
              <a:defRPr sz="1875" b="1">
                <a:solidFill>
                  <a:srgbClr val="002D4C"/>
                </a:solidFill>
                <a:latin typeface="Arial"/>
                <a:ea typeface="Arial"/>
                <a:cs typeface="Arial"/>
              </a:defRPr>
            </a:lvl7pPr>
            <a:lvl8pPr>
              <a:defRPr sz="1875" b="1">
                <a:solidFill>
                  <a:srgbClr val="002D4C"/>
                </a:solidFill>
                <a:latin typeface="Arial"/>
                <a:ea typeface="Arial"/>
                <a:cs typeface="Arial"/>
              </a:defRPr>
            </a:lvl8pPr>
            <a:lvl9pPr>
              <a:defRPr sz="1875" b="1">
                <a:solidFill>
                  <a:srgbClr val="002D4C"/>
                </a:solidFill>
                <a:latin typeface="Arial"/>
                <a:ea typeface="Arial"/>
                <a:cs typeface="Arial"/>
              </a:defRPr>
            </a:lvl9pPr>
          </a:lstStyle>
          <a:p xmlns:a="http://schemas.openxmlformats.org/drawingml/2006/main">
            <a:pPr>
              <a:defRPr sz="1875" b="1">
                <a:solidFill>
                  <a:srgbClr val="002D4C"/>
                </a:solidFill>
                <a:latin typeface="Arial"/>
                <a:ea typeface="Arial"/>
                <a:cs typeface="Arial"/>
              </a:defRPr>
            </a:pPr>
            <a:r>
              <a:rPr sz="1875" b="1">
                <a:solidFill>
                  <a:srgbClr val="002D4C"/>
                </a:solidFill>
                <a:latin typeface="Arial"/>
                <a:ea typeface="Arial"/>
                <a:cs typeface="Arial"/>
              </a:rPr>
              <a:t>4. Answer Generation Despite Insufficient Evidence</a:t>
            </a:r>
          </a:p>
        </p:txBody>
      </p:sp>
      <p:sp>
        <p:nvSpPr>
          <p:cNvPr id="9" name="">
            <a:extLst xmlns:a="http://schemas.openxmlformats.org/drawingml/2006/main">
              <a:ext uri="{FF2B5EF4-FFF2-40B4-BE49-F238E27FC236}">
                <a16:creationId xmlns:a16="http://schemas.microsoft.com/office/drawing/2014/main" id="{EEADB419-3CDB-4078-82D7-15A77BB3AE7E}"/>
              </a:ext>
            </a:extLst>
          </p:cNvPr>
          <p:cNvSpPr>
            <a:spLocks xmlns:a="http://schemas.openxmlformats.org/drawingml/2006/main" noGrp="1"/>
          </p:cNvSpPr>
          <p:nvPr/>
        </p:nvSpPr>
        <p:spPr>
          <a:xfrm xmlns:a="http://schemas.openxmlformats.org/drawingml/2006/main">
            <a:off x="590550" y="16478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002D4C"/>
                </a:solidFill>
                <a:latin typeface="Arial"/>
                <a:ea typeface="Arial"/>
                <a:cs typeface="Arial"/>
              </a:defRPr>
            </a:defPPr>
            <a:lvl1pPr>
              <a:defRPr sz="1650" b="0">
                <a:solidFill>
                  <a:srgbClr val="002D4C"/>
                </a:solidFill>
                <a:latin typeface="Arial"/>
                <a:ea typeface="Arial"/>
                <a:cs typeface="Arial"/>
              </a:defRPr>
            </a:lvl1pPr>
            <a:lvl2pPr>
              <a:defRPr sz="1650" b="0">
                <a:solidFill>
                  <a:srgbClr val="002D4C"/>
                </a:solidFill>
                <a:latin typeface="Arial"/>
                <a:ea typeface="Arial"/>
                <a:cs typeface="Arial"/>
              </a:defRPr>
            </a:lvl2pPr>
            <a:lvl3pPr>
              <a:defRPr sz="1650" b="0">
                <a:solidFill>
                  <a:srgbClr val="002D4C"/>
                </a:solidFill>
                <a:latin typeface="Arial"/>
                <a:ea typeface="Arial"/>
                <a:cs typeface="Arial"/>
              </a:defRPr>
            </a:lvl3pPr>
            <a:lvl4pPr>
              <a:defRPr sz="1650" b="0">
                <a:solidFill>
                  <a:srgbClr val="002D4C"/>
                </a:solidFill>
                <a:latin typeface="Arial"/>
                <a:ea typeface="Arial"/>
                <a:cs typeface="Arial"/>
              </a:defRPr>
            </a:lvl4pPr>
            <a:lvl5pPr>
              <a:defRPr sz="1650" b="0">
                <a:solidFill>
                  <a:srgbClr val="002D4C"/>
                </a:solidFill>
                <a:latin typeface="Arial"/>
                <a:ea typeface="Arial"/>
                <a:cs typeface="Arial"/>
              </a:defRPr>
            </a:lvl5pPr>
            <a:lvl6pPr>
              <a:defRPr sz="1650" b="0">
                <a:solidFill>
                  <a:srgbClr val="002D4C"/>
                </a:solidFill>
                <a:latin typeface="Arial"/>
                <a:ea typeface="Arial"/>
                <a:cs typeface="Arial"/>
              </a:defRPr>
            </a:lvl6pPr>
            <a:lvl7pPr>
              <a:defRPr sz="1650" b="0">
                <a:solidFill>
                  <a:srgbClr val="002D4C"/>
                </a:solidFill>
                <a:latin typeface="Arial"/>
                <a:ea typeface="Arial"/>
                <a:cs typeface="Arial"/>
              </a:defRPr>
            </a:lvl7pPr>
            <a:lvl8pPr>
              <a:defRPr sz="1650" b="0">
                <a:solidFill>
                  <a:srgbClr val="002D4C"/>
                </a:solidFill>
                <a:latin typeface="Arial"/>
                <a:ea typeface="Arial"/>
                <a:cs typeface="Arial"/>
              </a:defRPr>
            </a:lvl8pPr>
            <a:lvl9pPr>
              <a:defRPr sz="1650" b="0">
                <a:solidFill>
                  <a:srgbClr val="002D4C"/>
                </a:solidFill>
                <a:latin typeface="Arial"/>
                <a:ea typeface="Arial"/>
                <a:cs typeface="Arial"/>
              </a:defRPr>
            </a:lvl9pPr>
          </a:lstStyle>
          <a:p xmlns:a="http://schemas.openxmlformats.org/drawingml/2006/main">
            <a:pPr>
              <a:defRPr sz="1650" b="0">
                <a:solidFill>
                  <a:srgbClr val="002D4C"/>
                </a:solidFill>
                <a:latin typeface="Arial"/>
                <a:ea typeface="Arial"/>
                <a:cs typeface="Arial"/>
              </a:defRPr>
            </a:pPr>
            <a:r>
              <a:rPr sz="1650" b="0">
                <a:solidFill>
                  <a:srgbClr val="002D4C"/>
                </a:solidFill>
                <a:latin typeface="Arial"/>
                <a:ea typeface="Arial"/>
                <a:cs typeface="Arial"/>
              </a:rPr>
              <a:t>The agent produces an answer without enough support and lacks a consistent basis for deciding whether to answer or refuse.</a:t>
            </a:r>
          </a:p>
        </p:txBody>
      </p:sp>
      <p:sp>
        <p:nvSpPr>
          <p:cNvPr id="10" name="">
            <a:extLst xmlns:a="http://schemas.openxmlformats.org/drawingml/2006/main">
              <a:ext uri="{FF2B5EF4-FFF2-40B4-BE49-F238E27FC236}">
                <a16:creationId xmlns:a16="http://schemas.microsoft.com/office/drawing/2014/main" id="{5E1CEA5F-9036-4FFB-BFC0-5EF55A304D43}"/>
              </a:ext>
            </a:extLst>
          </p:cNvPr>
          <p:cNvSpPr>
            <a:spLocks xmlns:a="http://schemas.openxmlformats.org/drawingml/2006/main" noGrp="1"/>
          </p:cNvSpPr>
          <p:nvPr/>
        </p:nvSpPr>
        <p:spPr>
          <a:xfrm xmlns:a="http://schemas.openxmlformats.org/drawingml/2006/main">
            <a:off x="590550" y="2200275"/>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02D4C"/>
                </a:solidFill>
                <a:latin typeface="Arial"/>
                <a:ea typeface="Arial"/>
                <a:cs typeface="Arial"/>
              </a:defRPr>
            </a:defPPr>
            <a:lvl1pPr>
              <a:defRPr sz="1575" b="0">
                <a:solidFill>
                  <a:srgbClr val="002D4C"/>
                </a:solidFill>
                <a:latin typeface="Arial"/>
                <a:ea typeface="Arial"/>
                <a:cs typeface="Arial"/>
              </a:defRPr>
            </a:lvl1pPr>
            <a:lvl2pPr>
              <a:defRPr sz="1575" b="0">
                <a:solidFill>
                  <a:srgbClr val="002D4C"/>
                </a:solidFill>
                <a:latin typeface="Arial"/>
                <a:ea typeface="Arial"/>
                <a:cs typeface="Arial"/>
              </a:defRPr>
            </a:lvl2pPr>
            <a:lvl3pPr>
              <a:defRPr sz="1575" b="0">
                <a:solidFill>
                  <a:srgbClr val="002D4C"/>
                </a:solidFill>
                <a:latin typeface="Arial"/>
                <a:ea typeface="Arial"/>
                <a:cs typeface="Arial"/>
              </a:defRPr>
            </a:lvl3pPr>
            <a:lvl4pPr>
              <a:defRPr sz="1575" b="0">
                <a:solidFill>
                  <a:srgbClr val="002D4C"/>
                </a:solidFill>
                <a:latin typeface="Arial"/>
                <a:ea typeface="Arial"/>
                <a:cs typeface="Arial"/>
              </a:defRPr>
            </a:lvl4pPr>
            <a:lvl5pPr>
              <a:defRPr sz="1575" b="0">
                <a:solidFill>
                  <a:srgbClr val="002D4C"/>
                </a:solidFill>
                <a:latin typeface="Arial"/>
                <a:ea typeface="Arial"/>
                <a:cs typeface="Arial"/>
              </a:defRPr>
            </a:lvl5pPr>
            <a:lvl6pPr>
              <a:defRPr sz="1575" b="0">
                <a:solidFill>
                  <a:srgbClr val="002D4C"/>
                </a:solidFill>
                <a:latin typeface="Arial"/>
                <a:ea typeface="Arial"/>
                <a:cs typeface="Arial"/>
              </a:defRPr>
            </a:lvl6pPr>
            <a:lvl7pPr>
              <a:defRPr sz="1575" b="0">
                <a:solidFill>
                  <a:srgbClr val="002D4C"/>
                </a:solidFill>
                <a:latin typeface="Arial"/>
                <a:ea typeface="Arial"/>
                <a:cs typeface="Arial"/>
              </a:defRPr>
            </a:lvl7pPr>
            <a:lvl8pPr>
              <a:defRPr sz="1575" b="0">
                <a:solidFill>
                  <a:srgbClr val="002D4C"/>
                </a:solidFill>
                <a:latin typeface="Arial"/>
                <a:ea typeface="Arial"/>
                <a:cs typeface="Arial"/>
              </a:defRPr>
            </a:lvl8pPr>
            <a:lvl9pPr>
              <a:defRPr sz="1575" b="0">
                <a:solidFill>
                  <a:srgbClr val="002D4C"/>
                </a:solidFill>
                <a:latin typeface="Arial"/>
                <a:ea typeface="Arial"/>
                <a:cs typeface="Arial"/>
              </a:defRPr>
            </a:lvl9pPr>
          </a:lstStyle>
          <a:p xmlns:a="http://schemas.openxmlformats.org/drawingml/2006/main">
            <a:pPr>
              <a:defRPr sz="1575" b="0">
                <a:solidFill>
                  <a:srgbClr val="002D4C"/>
                </a:solidFill>
                <a:latin typeface="Arial"/>
                <a:ea typeface="Arial"/>
                <a:cs typeface="Arial"/>
              </a:defRPr>
            </a:pPr>
            <a:r>
              <a:rPr sz="1575" b="1">
                <a:solidFill>
                  <a:srgbClr val="002D4C"/>
                </a:solidFill>
                <a:latin typeface="Arial"/>
                <a:ea typeface="Arial"/>
                <a:cs typeface="Arial"/>
              </a:rPr>
              <a:t>3 questions:</a:t>
            </a:r>
            <a:r>
              <a:rPr sz="1575" b="0">
                <a:solidFill>
                  <a:srgbClr val="002D4C"/>
                </a:solidFill>
                <a:latin typeface="Arial"/>
                <a:ea typeface="Arial"/>
                <a:cs typeface="Arial"/>
              </a:rPr>
              <a:t> 31606, 40487, 41371</a:t>
            </a:r>
          </a:p>
        </p:txBody>
      </p:sp>
      <p:sp>
        <p:nvSpPr>
          <p:cNvPr id="11" name="">
            <a:extLst xmlns:a="http://schemas.openxmlformats.org/drawingml/2006/main">
              <a:ext uri="{FF2B5EF4-FFF2-40B4-BE49-F238E27FC236}">
                <a16:creationId xmlns:a16="http://schemas.microsoft.com/office/drawing/2014/main" id="{B6041D9E-C21D-4746-BC2E-6C42303B2218}"/>
              </a:ext>
            </a:extLst>
          </p:cNvPr>
          <p:cNvSpPr>
            <a:spLocks xmlns:a="http://schemas.openxmlformats.org/drawingml/2006/main" noGrp="1"/>
          </p:cNvSpPr>
          <p:nvPr/>
        </p:nvSpPr>
        <p:spPr>
          <a:xfrm xmlns:a="http://schemas.openxmlformats.org/drawingml/2006/main">
            <a:off x="590550" y="25241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671"/>
                </a:solidFill>
                <a:latin typeface="Arial"/>
                <a:ea typeface="Arial"/>
                <a:cs typeface="Arial"/>
              </a:defRPr>
            </a:defPPr>
            <a:lvl1pPr>
              <a:defRPr sz="1575" b="0">
                <a:solidFill>
                  <a:srgbClr val="526671"/>
                </a:solidFill>
                <a:latin typeface="Arial"/>
                <a:ea typeface="Arial"/>
                <a:cs typeface="Arial"/>
              </a:defRPr>
            </a:lvl1pPr>
            <a:lvl2pPr>
              <a:defRPr sz="1575" b="0">
                <a:solidFill>
                  <a:srgbClr val="526671"/>
                </a:solidFill>
                <a:latin typeface="Arial"/>
                <a:ea typeface="Arial"/>
                <a:cs typeface="Arial"/>
              </a:defRPr>
            </a:lvl2pPr>
            <a:lvl3pPr>
              <a:defRPr sz="1575" b="0">
                <a:solidFill>
                  <a:srgbClr val="526671"/>
                </a:solidFill>
                <a:latin typeface="Arial"/>
                <a:ea typeface="Arial"/>
                <a:cs typeface="Arial"/>
              </a:defRPr>
            </a:lvl3pPr>
            <a:lvl4pPr>
              <a:defRPr sz="1575" b="0">
                <a:solidFill>
                  <a:srgbClr val="526671"/>
                </a:solidFill>
                <a:latin typeface="Arial"/>
                <a:ea typeface="Arial"/>
                <a:cs typeface="Arial"/>
              </a:defRPr>
            </a:lvl4pPr>
            <a:lvl5pPr>
              <a:defRPr sz="1575" b="0">
                <a:solidFill>
                  <a:srgbClr val="526671"/>
                </a:solidFill>
                <a:latin typeface="Arial"/>
                <a:ea typeface="Arial"/>
                <a:cs typeface="Arial"/>
              </a:defRPr>
            </a:lvl5pPr>
            <a:lvl6pPr>
              <a:defRPr sz="1575" b="0">
                <a:solidFill>
                  <a:srgbClr val="526671"/>
                </a:solidFill>
                <a:latin typeface="Arial"/>
                <a:ea typeface="Arial"/>
                <a:cs typeface="Arial"/>
              </a:defRPr>
            </a:lvl6pPr>
            <a:lvl7pPr>
              <a:defRPr sz="1575" b="0">
                <a:solidFill>
                  <a:srgbClr val="526671"/>
                </a:solidFill>
                <a:latin typeface="Arial"/>
                <a:ea typeface="Arial"/>
                <a:cs typeface="Arial"/>
              </a:defRPr>
            </a:lvl7pPr>
            <a:lvl8pPr>
              <a:defRPr sz="1575" b="0">
                <a:solidFill>
                  <a:srgbClr val="526671"/>
                </a:solidFill>
                <a:latin typeface="Arial"/>
                <a:ea typeface="Arial"/>
                <a:cs typeface="Arial"/>
              </a:defRPr>
            </a:lvl8pPr>
            <a:lvl9pPr>
              <a:defRPr sz="1575" b="0">
                <a:solidFill>
                  <a:srgbClr val="526671"/>
                </a:solidFill>
                <a:latin typeface="Arial"/>
                <a:ea typeface="Arial"/>
                <a:cs typeface="Arial"/>
              </a:defRPr>
            </a:lvl9pPr>
          </a:lstStyle>
          <a:p xmlns:a="http://schemas.openxmlformats.org/drawingml/2006/main">
            <a:pPr>
              <a:defRPr sz="1575" b="0">
                <a:solidFill>
                  <a:srgbClr val="526671"/>
                </a:solidFill>
                <a:latin typeface="Arial"/>
                <a:ea typeface="Arial"/>
                <a:cs typeface="Arial"/>
              </a:defRPr>
            </a:pPr>
            <a:r>
              <a:rPr sz="1575" b="1">
                <a:solidFill>
                  <a:srgbClr val="526671"/>
                </a:solidFill>
                <a:latin typeface="Arial"/>
                <a:ea typeface="Arial"/>
                <a:cs typeface="Arial"/>
              </a:rPr>
              <a:t>Example:</a:t>
            </a:r>
            <a:r>
              <a:rPr sz="1575" b="0">
                <a:solidFill>
                  <a:srgbClr val="526671"/>
                </a:solidFill>
                <a:latin typeface="Arial"/>
                <a:ea typeface="Arial"/>
                <a:cs typeface="Arial"/>
              </a:rPr>
              <a:t> Required conditions remain unverified, but the agent still gives an answer based on background knowledge.</a:t>
            </a:r>
          </a:p>
        </p:txBody>
      </p:sp>
      <p:sp>
        <p:nvSpPr>
          <p:cNvPr id="12" name="">
            <a:extLst xmlns:a="http://schemas.openxmlformats.org/drawingml/2006/main">
              <a:ext uri="{FF2B5EF4-FFF2-40B4-BE49-F238E27FC236}">
                <a16:creationId xmlns:a16="http://schemas.microsoft.com/office/drawing/2014/main" id="{B2C26F1B-3D61-4C92-B7FD-8BB2EE82F61D}"/>
              </a:ext>
            </a:extLst>
          </p:cNvPr>
          <p:cNvSpPr>
            <a:spLocks xmlns:a="http://schemas.openxmlformats.org/drawingml/2006/main" noGrp="1"/>
          </p:cNvSpPr>
          <p:nvPr/>
        </p:nvSpPr>
        <p:spPr>
          <a:xfrm xmlns:a="http://schemas.openxmlformats.org/drawingml/2006/main">
            <a:off x="590550" y="355282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2D4C"/>
                </a:solidFill>
                <a:latin typeface="Arial"/>
                <a:ea typeface="Arial"/>
                <a:cs typeface="Arial"/>
              </a:defRPr>
            </a:defPPr>
            <a:lvl1pPr>
              <a:defRPr sz="1875" b="1">
                <a:solidFill>
                  <a:srgbClr val="002D4C"/>
                </a:solidFill>
                <a:latin typeface="Arial"/>
                <a:ea typeface="Arial"/>
                <a:cs typeface="Arial"/>
              </a:defRPr>
            </a:lvl1pPr>
            <a:lvl2pPr>
              <a:defRPr sz="1875" b="1">
                <a:solidFill>
                  <a:srgbClr val="002D4C"/>
                </a:solidFill>
                <a:latin typeface="Arial"/>
                <a:ea typeface="Arial"/>
                <a:cs typeface="Arial"/>
              </a:defRPr>
            </a:lvl2pPr>
            <a:lvl3pPr>
              <a:defRPr sz="1875" b="1">
                <a:solidFill>
                  <a:srgbClr val="002D4C"/>
                </a:solidFill>
                <a:latin typeface="Arial"/>
                <a:ea typeface="Arial"/>
                <a:cs typeface="Arial"/>
              </a:defRPr>
            </a:lvl3pPr>
            <a:lvl4pPr>
              <a:defRPr sz="1875" b="1">
                <a:solidFill>
                  <a:srgbClr val="002D4C"/>
                </a:solidFill>
                <a:latin typeface="Arial"/>
                <a:ea typeface="Arial"/>
                <a:cs typeface="Arial"/>
              </a:defRPr>
            </a:lvl4pPr>
            <a:lvl5pPr>
              <a:defRPr sz="1875" b="1">
                <a:solidFill>
                  <a:srgbClr val="002D4C"/>
                </a:solidFill>
                <a:latin typeface="Arial"/>
                <a:ea typeface="Arial"/>
                <a:cs typeface="Arial"/>
              </a:defRPr>
            </a:lvl5pPr>
            <a:lvl6pPr>
              <a:defRPr sz="1875" b="1">
                <a:solidFill>
                  <a:srgbClr val="002D4C"/>
                </a:solidFill>
                <a:latin typeface="Arial"/>
                <a:ea typeface="Arial"/>
                <a:cs typeface="Arial"/>
              </a:defRPr>
            </a:lvl6pPr>
            <a:lvl7pPr>
              <a:defRPr sz="1875" b="1">
                <a:solidFill>
                  <a:srgbClr val="002D4C"/>
                </a:solidFill>
                <a:latin typeface="Arial"/>
                <a:ea typeface="Arial"/>
                <a:cs typeface="Arial"/>
              </a:defRPr>
            </a:lvl7pPr>
            <a:lvl8pPr>
              <a:defRPr sz="1875" b="1">
                <a:solidFill>
                  <a:srgbClr val="002D4C"/>
                </a:solidFill>
                <a:latin typeface="Arial"/>
                <a:ea typeface="Arial"/>
                <a:cs typeface="Arial"/>
              </a:defRPr>
            </a:lvl8pPr>
            <a:lvl9pPr>
              <a:defRPr sz="1875" b="1">
                <a:solidFill>
                  <a:srgbClr val="002D4C"/>
                </a:solidFill>
                <a:latin typeface="Arial"/>
                <a:ea typeface="Arial"/>
                <a:cs typeface="Arial"/>
              </a:defRPr>
            </a:lvl9pPr>
          </a:lstStyle>
          <a:p xmlns:a="http://schemas.openxmlformats.org/drawingml/2006/main">
            <a:pPr>
              <a:defRPr sz="1875" b="1">
                <a:solidFill>
                  <a:srgbClr val="002D4C"/>
                </a:solidFill>
                <a:latin typeface="Arial"/>
                <a:ea typeface="Arial"/>
                <a:cs typeface="Arial"/>
              </a:defRPr>
            </a:pPr>
            <a:r>
              <a:rPr sz="1875" b="1">
                <a:solidFill>
                  <a:srgbClr val="002D4C"/>
                </a:solidFill>
                <a:latin typeface="Arial"/>
                <a:ea typeface="Arial"/>
                <a:cs typeface="Arial"/>
              </a:rPr>
              <a:t>5. Answer Names and Entity IDs Do Not Match</a:t>
            </a:r>
          </a:p>
        </p:txBody>
      </p:sp>
      <p:sp>
        <p:nvSpPr>
          <p:cNvPr id="13" name="">
            <a:extLst xmlns:a="http://schemas.openxmlformats.org/drawingml/2006/main">
              <a:ext uri="{FF2B5EF4-FFF2-40B4-BE49-F238E27FC236}">
                <a16:creationId xmlns:a16="http://schemas.microsoft.com/office/drawing/2014/main" id="{28AE89D9-7DA0-477C-BA29-14CA1FA90D10}"/>
              </a:ext>
            </a:extLst>
          </p:cNvPr>
          <p:cNvSpPr>
            <a:spLocks xmlns:a="http://schemas.openxmlformats.org/drawingml/2006/main" noGrp="1"/>
          </p:cNvSpPr>
          <p:nvPr/>
        </p:nvSpPr>
        <p:spPr>
          <a:xfrm xmlns:a="http://schemas.openxmlformats.org/drawingml/2006/main">
            <a:off x="590550" y="39338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002D4C"/>
                </a:solidFill>
                <a:latin typeface="Arial"/>
                <a:ea typeface="Arial"/>
                <a:cs typeface="Arial"/>
              </a:defRPr>
            </a:defPPr>
            <a:lvl1pPr>
              <a:defRPr sz="1650" b="0">
                <a:solidFill>
                  <a:srgbClr val="002D4C"/>
                </a:solidFill>
                <a:latin typeface="Arial"/>
                <a:ea typeface="Arial"/>
                <a:cs typeface="Arial"/>
              </a:defRPr>
            </a:lvl1pPr>
            <a:lvl2pPr>
              <a:defRPr sz="1650" b="0">
                <a:solidFill>
                  <a:srgbClr val="002D4C"/>
                </a:solidFill>
                <a:latin typeface="Arial"/>
                <a:ea typeface="Arial"/>
                <a:cs typeface="Arial"/>
              </a:defRPr>
            </a:lvl2pPr>
            <a:lvl3pPr>
              <a:defRPr sz="1650" b="0">
                <a:solidFill>
                  <a:srgbClr val="002D4C"/>
                </a:solidFill>
                <a:latin typeface="Arial"/>
                <a:ea typeface="Arial"/>
                <a:cs typeface="Arial"/>
              </a:defRPr>
            </a:lvl3pPr>
            <a:lvl4pPr>
              <a:defRPr sz="1650" b="0">
                <a:solidFill>
                  <a:srgbClr val="002D4C"/>
                </a:solidFill>
                <a:latin typeface="Arial"/>
                <a:ea typeface="Arial"/>
                <a:cs typeface="Arial"/>
              </a:defRPr>
            </a:lvl4pPr>
            <a:lvl5pPr>
              <a:defRPr sz="1650" b="0">
                <a:solidFill>
                  <a:srgbClr val="002D4C"/>
                </a:solidFill>
                <a:latin typeface="Arial"/>
                <a:ea typeface="Arial"/>
                <a:cs typeface="Arial"/>
              </a:defRPr>
            </a:lvl5pPr>
            <a:lvl6pPr>
              <a:defRPr sz="1650" b="0">
                <a:solidFill>
                  <a:srgbClr val="002D4C"/>
                </a:solidFill>
                <a:latin typeface="Arial"/>
                <a:ea typeface="Arial"/>
                <a:cs typeface="Arial"/>
              </a:defRPr>
            </a:lvl6pPr>
            <a:lvl7pPr>
              <a:defRPr sz="1650" b="0">
                <a:solidFill>
                  <a:srgbClr val="002D4C"/>
                </a:solidFill>
                <a:latin typeface="Arial"/>
                <a:ea typeface="Arial"/>
                <a:cs typeface="Arial"/>
              </a:defRPr>
            </a:lvl7pPr>
            <a:lvl8pPr>
              <a:defRPr sz="1650" b="0">
                <a:solidFill>
                  <a:srgbClr val="002D4C"/>
                </a:solidFill>
                <a:latin typeface="Arial"/>
                <a:ea typeface="Arial"/>
                <a:cs typeface="Arial"/>
              </a:defRPr>
            </a:lvl8pPr>
            <a:lvl9pPr>
              <a:defRPr sz="1650" b="0">
                <a:solidFill>
                  <a:srgbClr val="002D4C"/>
                </a:solidFill>
                <a:latin typeface="Arial"/>
                <a:ea typeface="Arial"/>
                <a:cs typeface="Arial"/>
              </a:defRPr>
            </a:lvl9pPr>
          </a:lstStyle>
          <a:p xmlns:a="http://schemas.openxmlformats.org/drawingml/2006/main">
            <a:pPr>
              <a:defRPr sz="1650" b="0">
                <a:solidFill>
                  <a:srgbClr val="002D4C"/>
                </a:solidFill>
                <a:latin typeface="Arial"/>
                <a:ea typeface="Arial"/>
                <a:cs typeface="Arial"/>
              </a:defRPr>
            </a:pPr>
            <a:r>
              <a:rPr sz="1650" b="0">
                <a:solidFill>
                  <a:srgbClr val="002D4C"/>
                </a:solidFill>
                <a:latin typeface="Arial"/>
                <a:ea typeface="Arial"/>
                <a:cs typeface="Arial"/>
              </a:rPr>
              <a:t>The answer lacks a QID, or its name and QID refer to different entities.</a:t>
            </a:r>
          </a:p>
        </p:txBody>
      </p:sp>
      <p:sp>
        <p:nvSpPr>
          <p:cNvPr id="14" name="">
            <a:extLst xmlns:a="http://schemas.openxmlformats.org/drawingml/2006/main">
              <a:ext uri="{FF2B5EF4-FFF2-40B4-BE49-F238E27FC236}">
                <a16:creationId xmlns:a16="http://schemas.microsoft.com/office/drawing/2014/main" id="{F64C8586-19A9-463F-BCC9-7E12E57BBF8F}"/>
              </a:ext>
            </a:extLst>
          </p:cNvPr>
          <p:cNvSpPr>
            <a:spLocks xmlns:a="http://schemas.openxmlformats.org/drawingml/2006/main" noGrp="1"/>
          </p:cNvSpPr>
          <p:nvPr/>
        </p:nvSpPr>
        <p:spPr>
          <a:xfrm xmlns:a="http://schemas.openxmlformats.org/drawingml/2006/main">
            <a:off x="590550" y="4486275"/>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02D4C"/>
                </a:solidFill>
                <a:latin typeface="Arial"/>
                <a:ea typeface="Arial"/>
                <a:cs typeface="Arial"/>
              </a:defRPr>
            </a:defPPr>
            <a:lvl1pPr>
              <a:defRPr sz="1575" b="0">
                <a:solidFill>
                  <a:srgbClr val="002D4C"/>
                </a:solidFill>
                <a:latin typeface="Arial"/>
                <a:ea typeface="Arial"/>
                <a:cs typeface="Arial"/>
              </a:defRPr>
            </a:lvl1pPr>
            <a:lvl2pPr>
              <a:defRPr sz="1575" b="0">
                <a:solidFill>
                  <a:srgbClr val="002D4C"/>
                </a:solidFill>
                <a:latin typeface="Arial"/>
                <a:ea typeface="Arial"/>
                <a:cs typeface="Arial"/>
              </a:defRPr>
            </a:lvl2pPr>
            <a:lvl3pPr>
              <a:defRPr sz="1575" b="0">
                <a:solidFill>
                  <a:srgbClr val="002D4C"/>
                </a:solidFill>
                <a:latin typeface="Arial"/>
                <a:ea typeface="Arial"/>
                <a:cs typeface="Arial"/>
              </a:defRPr>
            </a:lvl3pPr>
            <a:lvl4pPr>
              <a:defRPr sz="1575" b="0">
                <a:solidFill>
                  <a:srgbClr val="002D4C"/>
                </a:solidFill>
                <a:latin typeface="Arial"/>
                <a:ea typeface="Arial"/>
                <a:cs typeface="Arial"/>
              </a:defRPr>
            </a:lvl4pPr>
            <a:lvl5pPr>
              <a:defRPr sz="1575" b="0">
                <a:solidFill>
                  <a:srgbClr val="002D4C"/>
                </a:solidFill>
                <a:latin typeface="Arial"/>
                <a:ea typeface="Arial"/>
                <a:cs typeface="Arial"/>
              </a:defRPr>
            </a:lvl5pPr>
            <a:lvl6pPr>
              <a:defRPr sz="1575" b="0">
                <a:solidFill>
                  <a:srgbClr val="002D4C"/>
                </a:solidFill>
                <a:latin typeface="Arial"/>
                <a:ea typeface="Arial"/>
                <a:cs typeface="Arial"/>
              </a:defRPr>
            </a:lvl6pPr>
            <a:lvl7pPr>
              <a:defRPr sz="1575" b="0">
                <a:solidFill>
                  <a:srgbClr val="002D4C"/>
                </a:solidFill>
                <a:latin typeface="Arial"/>
                <a:ea typeface="Arial"/>
                <a:cs typeface="Arial"/>
              </a:defRPr>
            </a:lvl7pPr>
            <a:lvl8pPr>
              <a:defRPr sz="1575" b="0">
                <a:solidFill>
                  <a:srgbClr val="002D4C"/>
                </a:solidFill>
                <a:latin typeface="Arial"/>
                <a:ea typeface="Arial"/>
                <a:cs typeface="Arial"/>
              </a:defRPr>
            </a:lvl8pPr>
            <a:lvl9pPr>
              <a:defRPr sz="1575" b="0">
                <a:solidFill>
                  <a:srgbClr val="002D4C"/>
                </a:solidFill>
                <a:latin typeface="Arial"/>
                <a:ea typeface="Arial"/>
                <a:cs typeface="Arial"/>
              </a:defRPr>
            </a:lvl9pPr>
          </a:lstStyle>
          <a:p xmlns:a="http://schemas.openxmlformats.org/drawingml/2006/main">
            <a:pPr>
              <a:defRPr sz="1575" b="0">
                <a:solidFill>
                  <a:srgbClr val="002D4C"/>
                </a:solidFill>
                <a:latin typeface="Arial"/>
                <a:ea typeface="Arial"/>
                <a:cs typeface="Arial"/>
              </a:defRPr>
            </a:pPr>
            <a:r>
              <a:rPr sz="1575" b="1">
                <a:solidFill>
                  <a:srgbClr val="002D4C"/>
                </a:solidFill>
                <a:latin typeface="Arial"/>
                <a:ea typeface="Arial"/>
                <a:cs typeface="Arial"/>
              </a:rPr>
              <a:t>2 questions:</a:t>
            </a:r>
            <a:r>
              <a:rPr sz="1575" b="0">
                <a:solidFill>
                  <a:srgbClr val="002D4C"/>
                </a:solidFill>
                <a:latin typeface="Arial"/>
                <a:ea typeface="Arial"/>
                <a:cs typeface="Arial"/>
              </a:rPr>
              <a:t> 40487, 41371</a:t>
            </a:r>
          </a:p>
        </p:txBody>
      </p:sp>
      <p:sp>
        <p:nvSpPr>
          <p:cNvPr id="15" name="">
            <a:extLst xmlns:a="http://schemas.openxmlformats.org/drawingml/2006/main">
              <a:ext uri="{FF2B5EF4-FFF2-40B4-BE49-F238E27FC236}">
                <a16:creationId xmlns:a16="http://schemas.microsoft.com/office/drawing/2014/main" id="{1317BEA3-16DE-480F-A72E-A7EE10524621}"/>
              </a:ext>
            </a:extLst>
          </p:cNvPr>
          <p:cNvSpPr>
            <a:spLocks xmlns:a="http://schemas.openxmlformats.org/drawingml/2006/main" noGrp="1"/>
          </p:cNvSpPr>
          <p:nvPr/>
        </p:nvSpPr>
        <p:spPr>
          <a:xfrm xmlns:a="http://schemas.openxmlformats.org/drawingml/2006/main">
            <a:off x="590550" y="48101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671"/>
                </a:solidFill>
                <a:latin typeface="Arial"/>
                <a:ea typeface="Arial"/>
                <a:cs typeface="Arial"/>
              </a:defRPr>
            </a:defPPr>
            <a:lvl1pPr>
              <a:defRPr sz="1575" b="0">
                <a:solidFill>
                  <a:srgbClr val="526671"/>
                </a:solidFill>
                <a:latin typeface="Arial"/>
                <a:ea typeface="Arial"/>
                <a:cs typeface="Arial"/>
              </a:defRPr>
            </a:lvl1pPr>
            <a:lvl2pPr>
              <a:defRPr sz="1575" b="0">
                <a:solidFill>
                  <a:srgbClr val="526671"/>
                </a:solidFill>
                <a:latin typeface="Arial"/>
                <a:ea typeface="Arial"/>
                <a:cs typeface="Arial"/>
              </a:defRPr>
            </a:lvl2pPr>
            <a:lvl3pPr>
              <a:defRPr sz="1575" b="0">
                <a:solidFill>
                  <a:srgbClr val="526671"/>
                </a:solidFill>
                <a:latin typeface="Arial"/>
                <a:ea typeface="Arial"/>
                <a:cs typeface="Arial"/>
              </a:defRPr>
            </a:lvl3pPr>
            <a:lvl4pPr>
              <a:defRPr sz="1575" b="0">
                <a:solidFill>
                  <a:srgbClr val="526671"/>
                </a:solidFill>
                <a:latin typeface="Arial"/>
                <a:ea typeface="Arial"/>
                <a:cs typeface="Arial"/>
              </a:defRPr>
            </a:lvl4pPr>
            <a:lvl5pPr>
              <a:defRPr sz="1575" b="0">
                <a:solidFill>
                  <a:srgbClr val="526671"/>
                </a:solidFill>
                <a:latin typeface="Arial"/>
                <a:ea typeface="Arial"/>
                <a:cs typeface="Arial"/>
              </a:defRPr>
            </a:lvl5pPr>
            <a:lvl6pPr>
              <a:defRPr sz="1575" b="0">
                <a:solidFill>
                  <a:srgbClr val="526671"/>
                </a:solidFill>
                <a:latin typeface="Arial"/>
                <a:ea typeface="Arial"/>
                <a:cs typeface="Arial"/>
              </a:defRPr>
            </a:lvl6pPr>
            <a:lvl7pPr>
              <a:defRPr sz="1575" b="0">
                <a:solidFill>
                  <a:srgbClr val="526671"/>
                </a:solidFill>
                <a:latin typeface="Arial"/>
                <a:ea typeface="Arial"/>
                <a:cs typeface="Arial"/>
              </a:defRPr>
            </a:lvl7pPr>
            <a:lvl8pPr>
              <a:defRPr sz="1575" b="0">
                <a:solidFill>
                  <a:srgbClr val="526671"/>
                </a:solidFill>
                <a:latin typeface="Arial"/>
                <a:ea typeface="Arial"/>
                <a:cs typeface="Arial"/>
              </a:defRPr>
            </a:lvl8pPr>
            <a:lvl9pPr>
              <a:defRPr sz="1575" b="0">
                <a:solidFill>
                  <a:srgbClr val="526671"/>
                </a:solidFill>
                <a:latin typeface="Arial"/>
                <a:ea typeface="Arial"/>
                <a:cs typeface="Arial"/>
              </a:defRPr>
            </a:lvl9pPr>
          </a:lstStyle>
          <a:p xmlns:a="http://schemas.openxmlformats.org/drawingml/2006/main">
            <a:pPr>
              <a:defRPr sz="1575" b="0">
                <a:solidFill>
                  <a:srgbClr val="526671"/>
                </a:solidFill>
                <a:latin typeface="Arial"/>
                <a:ea typeface="Arial"/>
                <a:cs typeface="Arial"/>
              </a:defRPr>
            </a:pPr>
            <a:r>
              <a:rPr sz="1575" b="1">
                <a:solidFill>
                  <a:srgbClr val="526671"/>
                </a:solidFill>
                <a:latin typeface="Arial"/>
                <a:ea typeface="Arial"/>
                <a:cs typeface="Arial"/>
              </a:rPr>
              <a:t>Example:</a:t>
            </a:r>
            <a:r>
              <a:rPr sz="1575" b="0">
                <a:solidFill>
                  <a:srgbClr val="526671"/>
                </a:solidFill>
                <a:latin typeface="Arial"/>
                <a:ea typeface="Arial"/>
                <a:cs typeface="Arial"/>
              </a:rPr>
              <a:t> The agent returns the correct entity name but attaches the wrong QID.</a:t>
            </a:r>
          </a:p>
        </p:txBody>
      </p:sp>
    </p:spTree>
    <p:extLst>
      <p:ext uri="{BB962C8B-B14F-4D97-AF65-F5344CB8AC3E}">
        <p14:creationId xmlns:p14="http://schemas.microsoft.com/office/powerpoint/2010/main" val="2046831577"/>
      </p:ext>
    </p:extLst>
  </p:cSld>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3">
            <a:extLst/>
          </p:cNvPr>
          <p:cNvSpPr>
            <a:spLocks noGrp="1"/>
          </p:cNvSpPr>
          <p:nvPr/>
        </p:nvSpPr>
        <p:spPr>
          <a:xfrm>
            <a:off x="0" y="0"/>
            <a:ext cx="171450" cy="6858000"/>
          </a:xfrm>
          <a:prstGeom prst="rect">
            <a:avLst/>
          </a:prstGeom>
          <a:solidFill>
            <a:srgbClr val="009682"/>
          </a:solidFill>
          <a:ln>
            <a:noFill/>
          </a:ln>
        </p:spPr>
        <p:txBody>
          <a:bodyPr/>
          <a:lstStyle/>
          <a:p>
            <a:endParaRPr/>
          </a:p>
        </p:txBody>
      </p:sp>
      <p:sp>
        <p:nvSpPr>
          <p:cNvPr id="5" name="">
            <a:extLst/>
          </p:cNvPr>
          <p:cNvSpPr>
            <a:spLocks noGrp="1"/>
          </p:cNvSpPr>
          <p:nvPr/>
        </p:nvSpPr>
        <p:spPr>
          <a:xfrm>
            <a:off x="590550" y="6553200"/>
            <a:ext cx="6667500" cy="171450"/>
          </a:xfrm>
          <a:prstGeom prst="rect">
            <a:avLst/>
          </a:prstGeom>
          <a:noFill/>
          <a:ln w="0">
            <a:noFill/>
          </a:ln>
        </p:spPr>
        <p:txBody>
          <a:bodyPr lIns="0" tIns="0" rIns="0" bIns="0"/>
          <a:lstStyle>
            <a:defPPr>
              <a:defRPr sz="750" b="0">
                <a:solidFill>
                  <a:srgbClr val="768993"/>
                </a:solidFill>
                <a:latin typeface="Arial"/>
                <a:ea typeface="Arial"/>
                <a:cs typeface="Arial"/>
              </a:defRPr>
            </a:defPPr>
            <a:lvl1pPr>
              <a:buNone/>
              <a:defRPr sz="750" b="0">
                <a:solidFill>
                  <a:srgbClr val="768993"/>
                </a:solidFill>
                <a:latin typeface="Arial"/>
                <a:ea typeface="Arial"/>
                <a:cs typeface="Arial"/>
              </a:defRPr>
            </a:lvl1pPr>
            <a:lvl2pPr>
              <a:buNone/>
              <a:defRPr sz="750" b="0">
                <a:solidFill>
                  <a:srgbClr val="768993"/>
                </a:solidFill>
                <a:latin typeface="Arial"/>
                <a:ea typeface="Arial"/>
                <a:cs typeface="Arial"/>
              </a:defRPr>
            </a:lvl2pPr>
            <a:lvl3pPr>
              <a:buNone/>
              <a:defRPr sz="750" b="0">
                <a:solidFill>
                  <a:srgbClr val="768993"/>
                </a:solidFill>
                <a:latin typeface="Arial"/>
                <a:ea typeface="Arial"/>
                <a:cs typeface="Arial"/>
              </a:defRPr>
            </a:lvl3pPr>
            <a:lvl4pPr>
              <a:buNone/>
              <a:defRPr sz="750" b="0">
                <a:solidFill>
                  <a:srgbClr val="768993"/>
                </a:solidFill>
                <a:latin typeface="Arial"/>
                <a:ea typeface="Arial"/>
                <a:cs typeface="Arial"/>
              </a:defRPr>
            </a:lvl4pPr>
            <a:lvl5pPr>
              <a:buNone/>
              <a:defRPr sz="750" b="0">
                <a:solidFill>
                  <a:srgbClr val="768993"/>
                </a:solidFill>
                <a:latin typeface="Arial"/>
                <a:ea typeface="Arial"/>
                <a:cs typeface="Arial"/>
              </a:defRPr>
            </a:lvl5pPr>
            <a:lvl6pPr>
              <a:buNone/>
              <a:defRPr sz="750" b="0">
                <a:solidFill>
                  <a:srgbClr val="768993"/>
                </a:solidFill>
                <a:latin typeface="Arial"/>
                <a:ea typeface="Arial"/>
                <a:cs typeface="Arial"/>
              </a:defRPr>
            </a:lvl6pPr>
            <a:lvl7pPr>
              <a:buNone/>
              <a:defRPr sz="750" b="0">
                <a:solidFill>
                  <a:srgbClr val="768993"/>
                </a:solidFill>
                <a:latin typeface="Arial"/>
                <a:ea typeface="Arial"/>
                <a:cs typeface="Arial"/>
              </a:defRPr>
            </a:lvl7pPr>
            <a:lvl8pPr>
              <a:buNone/>
              <a:defRPr sz="750" b="0">
                <a:solidFill>
                  <a:srgbClr val="768993"/>
                </a:solidFill>
                <a:latin typeface="Arial"/>
                <a:ea typeface="Arial"/>
                <a:cs typeface="Arial"/>
              </a:defRPr>
            </a:lvl8pPr>
            <a:lvl9pPr>
              <a:buNone/>
              <a:defRPr sz="750" b="0">
                <a:solidFill>
                  <a:srgbClr val="768993"/>
                </a:solidFill>
                <a:latin typeface="Arial"/>
                <a:ea typeface="Arial"/>
                <a:cs typeface="Arial"/>
              </a:defRPr>
            </a:lvl9pPr>
          </a:lstStyle>
          <a:p>
            <a:pPr>
              <a:buNone/>
              <a:defRPr sz="750" b="0">
                <a:solidFill>
                  <a:srgbClr val="768993"/>
                </a:solidFill>
                <a:latin typeface="Arial"/>
                <a:ea typeface="Arial"/>
                <a:cs typeface="Arial"/>
              </a:defRPr>
            </a:pPr>
            <a:r>
              <a:rPr sz="750" b="0">
                <a:solidFill>
                  <a:srgbClr val="768993"/>
                </a:solidFill>
                <a:latin typeface="Arial"/>
                <a:ea typeface="Arial"/>
                <a:cs typeface="Arial"/>
              </a:rPr>
              <a:t>KG Agent Master Thesis · ARK V2 Design</a:t>
            </a:r>
          </a:p>
        </p:txBody>
      </p:sp>
      <p:sp>
        <p:nvSpPr>
          <p:cNvPr id="6" name="">
            <a:extLst/>
          </p:cNvPr>
          <p:cNvSpPr>
            <a:spLocks noGrp="1"/>
          </p:cNvSpPr>
          <p:nvPr/>
        </p:nvSpPr>
        <p:spPr>
          <a:xfrm>
            <a:off x="10668000" y="6553200"/>
            <a:ext cx="381000" cy="171450"/>
          </a:xfrm>
          <a:prstGeom prst="rect">
            <a:avLst/>
          </a:prstGeom>
          <a:noFill/>
          <a:ln w="0">
            <a:noFill/>
          </a:ln>
        </p:spPr>
        <p:txBody>
          <a:bodyPr lIns="0" tIns="0" rIns="0" bIns="0"/>
          <a:lstStyle>
            <a:defPPr>
              <a:defRPr sz="750" b="0">
                <a:solidFill>
                  <a:srgbClr val="768993"/>
                </a:solidFill>
                <a:latin typeface="Arial"/>
                <a:ea typeface="Arial"/>
                <a:cs typeface="Arial"/>
              </a:defRPr>
            </a:defPPr>
            <a:lvl1pPr>
              <a:buNone/>
              <a:defRPr sz="750" b="0">
                <a:solidFill>
                  <a:srgbClr val="768993"/>
                </a:solidFill>
                <a:latin typeface="Arial"/>
                <a:ea typeface="Arial"/>
                <a:cs typeface="Arial"/>
              </a:defRPr>
            </a:lvl1pPr>
            <a:lvl2pPr>
              <a:buNone/>
              <a:defRPr sz="750" b="0">
                <a:solidFill>
                  <a:srgbClr val="768993"/>
                </a:solidFill>
                <a:latin typeface="Arial"/>
                <a:ea typeface="Arial"/>
                <a:cs typeface="Arial"/>
              </a:defRPr>
            </a:lvl2pPr>
            <a:lvl3pPr>
              <a:buNone/>
              <a:defRPr sz="750" b="0">
                <a:solidFill>
                  <a:srgbClr val="768993"/>
                </a:solidFill>
                <a:latin typeface="Arial"/>
                <a:ea typeface="Arial"/>
                <a:cs typeface="Arial"/>
              </a:defRPr>
            </a:lvl3pPr>
            <a:lvl4pPr>
              <a:buNone/>
              <a:defRPr sz="750" b="0">
                <a:solidFill>
                  <a:srgbClr val="768993"/>
                </a:solidFill>
                <a:latin typeface="Arial"/>
                <a:ea typeface="Arial"/>
                <a:cs typeface="Arial"/>
              </a:defRPr>
            </a:lvl4pPr>
            <a:lvl5pPr>
              <a:buNone/>
              <a:defRPr sz="750" b="0">
                <a:solidFill>
                  <a:srgbClr val="768993"/>
                </a:solidFill>
                <a:latin typeface="Arial"/>
                <a:ea typeface="Arial"/>
                <a:cs typeface="Arial"/>
              </a:defRPr>
            </a:lvl5pPr>
            <a:lvl6pPr>
              <a:buNone/>
              <a:defRPr sz="750" b="0">
                <a:solidFill>
                  <a:srgbClr val="768993"/>
                </a:solidFill>
                <a:latin typeface="Arial"/>
                <a:ea typeface="Arial"/>
                <a:cs typeface="Arial"/>
              </a:defRPr>
            </a:lvl6pPr>
            <a:lvl7pPr>
              <a:buNone/>
              <a:defRPr sz="750" b="0">
                <a:solidFill>
                  <a:srgbClr val="768993"/>
                </a:solidFill>
                <a:latin typeface="Arial"/>
                <a:ea typeface="Arial"/>
                <a:cs typeface="Arial"/>
              </a:defRPr>
            </a:lvl7pPr>
            <a:lvl8pPr>
              <a:buNone/>
              <a:defRPr sz="750" b="0">
                <a:solidFill>
                  <a:srgbClr val="768993"/>
                </a:solidFill>
                <a:latin typeface="Arial"/>
                <a:ea typeface="Arial"/>
                <a:cs typeface="Arial"/>
              </a:defRPr>
            </a:lvl8pPr>
            <a:lvl9pPr>
              <a:buNone/>
              <a:defRPr sz="750" b="0">
                <a:solidFill>
                  <a:srgbClr val="768993"/>
                </a:solidFill>
                <a:latin typeface="Arial"/>
                <a:ea typeface="Arial"/>
                <a:cs typeface="Arial"/>
              </a:defRPr>
            </a:lvl9pPr>
          </a:lstStyle>
          <a:p>
            <a:pPr>
              <a:buNone/>
              <a:defRPr sz="750" b="0">
                <a:solidFill>
                  <a:srgbClr val="768993"/>
                </a:solidFill>
                <a:latin typeface="Arial"/>
                <a:ea typeface="Arial"/>
                <a:cs typeface="Arial"/>
              </a:defRPr>
            </a:pPr>
            <a:r>
              <a:rPr sz="750" b="0">
                <a:solidFill>
                  <a:srgbClr val="768993"/>
                </a:solidFill>
                <a:latin typeface="Arial"/>
                <a:ea typeface="Arial"/>
                <a:cs typeface="Arial"/>
              </a:rPr>
              <a:t>08</a:t>
            </a:r>
          </a:p>
        </p:txBody>
      </p:sp>
      <p:sp>
        <p:nvSpPr>
          <p:cNvPr id="7" name="">
            <a:extLst/>
          </p:cNvPr>
          <p:cNvSpPr>
            <a:spLocks noGrp="1"/>
          </p:cNvSpPr>
          <p:nvPr/>
        </p:nvSpPr>
        <p:spPr>
          <a:xfrm>
            <a:off x="590550" y="323850"/>
            <a:ext cx="11010900" cy="514350"/>
          </a:xfrm>
          <a:prstGeom prst="rect">
            <a:avLst/>
          </a:prstGeom>
          <a:noFill/>
          <a:ln w="0">
            <a:noFill/>
          </a:ln>
        </p:spPr>
        <p:txBody>
          <a:bodyPr lIns="0" tIns="0" rIns="0" bIns="0"/>
          <a:lstStyle>
            <a:defPPr>
              <a:defRPr sz="2550" b="0">
                <a:solidFill>
                  <a:srgbClr val="002D4C"/>
                </a:solidFill>
                <a:latin typeface="Franklin Gothic Medium"/>
                <a:ea typeface="Franklin Gothic Medium"/>
                <a:cs typeface="Franklin Gothic Medium"/>
              </a:defRPr>
            </a:defPPr>
            <a:lvl1pPr>
              <a:defRPr sz="2550" b="0">
                <a:solidFill>
                  <a:srgbClr val="002D4C"/>
                </a:solidFill>
                <a:latin typeface="Franklin Gothic Medium"/>
                <a:ea typeface="Franklin Gothic Medium"/>
                <a:cs typeface="Franklin Gothic Medium"/>
              </a:defRPr>
            </a:lvl1pPr>
            <a:lvl2pPr>
              <a:defRPr sz="2550" b="0">
                <a:solidFill>
                  <a:srgbClr val="002D4C"/>
                </a:solidFill>
                <a:latin typeface="Franklin Gothic Medium"/>
                <a:ea typeface="Franklin Gothic Medium"/>
                <a:cs typeface="Franklin Gothic Medium"/>
              </a:defRPr>
            </a:lvl2pPr>
            <a:lvl3pPr>
              <a:defRPr sz="2550" b="0">
                <a:solidFill>
                  <a:srgbClr val="002D4C"/>
                </a:solidFill>
                <a:latin typeface="Franklin Gothic Medium"/>
                <a:ea typeface="Franklin Gothic Medium"/>
                <a:cs typeface="Franklin Gothic Medium"/>
              </a:defRPr>
            </a:lvl3pPr>
            <a:lvl4pPr>
              <a:defRPr sz="2550" b="0">
                <a:solidFill>
                  <a:srgbClr val="002D4C"/>
                </a:solidFill>
                <a:latin typeface="Franklin Gothic Medium"/>
                <a:ea typeface="Franklin Gothic Medium"/>
                <a:cs typeface="Franklin Gothic Medium"/>
              </a:defRPr>
            </a:lvl4pPr>
            <a:lvl5pPr>
              <a:defRPr sz="2550" b="0">
                <a:solidFill>
                  <a:srgbClr val="002D4C"/>
                </a:solidFill>
                <a:latin typeface="Franklin Gothic Medium"/>
                <a:ea typeface="Franklin Gothic Medium"/>
                <a:cs typeface="Franklin Gothic Medium"/>
              </a:defRPr>
            </a:lvl5pPr>
            <a:lvl6pPr>
              <a:defRPr sz="2550" b="0">
                <a:solidFill>
                  <a:srgbClr val="002D4C"/>
                </a:solidFill>
                <a:latin typeface="Franklin Gothic Medium"/>
                <a:ea typeface="Franklin Gothic Medium"/>
                <a:cs typeface="Franklin Gothic Medium"/>
              </a:defRPr>
            </a:lvl6pPr>
            <a:lvl7pPr>
              <a:defRPr sz="2550" b="0">
                <a:solidFill>
                  <a:srgbClr val="002D4C"/>
                </a:solidFill>
                <a:latin typeface="Franklin Gothic Medium"/>
                <a:ea typeface="Franklin Gothic Medium"/>
                <a:cs typeface="Franklin Gothic Medium"/>
              </a:defRPr>
            </a:lvl7pPr>
            <a:lvl8pPr>
              <a:defRPr sz="2550" b="0">
                <a:solidFill>
                  <a:srgbClr val="002D4C"/>
                </a:solidFill>
                <a:latin typeface="Franklin Gothic Medium"/>
                <a:ea typeface="Franklin Gothic Medium"/>
                <a:cs typeface="Franklin Gothic Medium"/>
              </a:defRPr>
            </a:lvl8pPr>
            <a:lvl9pPr>
              <a:defRPr sz="2550" b="0">
                <a:solidFill>
                  <a:srgbClr val="002D4C"/>
                </a:solidFill>
                <a:latin typeface="Franklin Gothic Medium"/>
                <a:ea typeface="Franklin Gothic Medium"/>
                <a:cs typeface="Franklin Gothic Medium"/>
              </a:defRPr>
            </a:lvl9pPr>
          </a:lstStyle>
          <a:p>
            <a:pPr>
              <a:defRPr sz="2550" b="0">
                <a:solidFill>
                  <a:srgbClr val="002D4C"/>
                </a:solidFill>
                <a:latin typeface="Franklin Gothic Medium"/>
                <a:ea typeface="Franklin Gothic Medium"/>
                <a:cs typeface="Franklin Gothic Medium"/>
              </a:defRPr>
            </a:pPr>
            <a:r>
              <a:rPr sz="2550" b="0">
                <a:solidFill>
                  <a:srgbClr val="002D4C"/>
                </a:solidFill>
                <a:latin typeface="Franklin Gothic Medium"/>
                <a:ea typeface="Franklin Gothic Medium"/>
                <a:cs typeface="Franklin Gothic Medium"/>
              </a:rPr>
              <a:t>Planned Changes in ARK V2: Exploration</a:t>
            </a:r>
          </a:p>
        </p:txBody>
      </p:sp>
      <p:sp>
        <p:nvSpPr>
          <p:cNvPr id="8" name="">
            <a:extLst/>
          </p:cNvPr>
          <p:cNvSpPr>
            <a:spLocks noGrp="1"/>
          </p:cNvSpPr>
          <p:nvPr/>
        </p:nvSpPr>
        <p:spPr>
          <a:xfrm>
            <a:off x="590550" y="1266825"/>
            <a:ext cx="10763250" cy="323850"/>
          </a:xfrm>
          <a:prstGeom prst="rect">
            <a:avLst/>
          </a:prstGeom>
          <a:noFill/>
          <a:ln w="0">
            <a:noFill/>
          </a:ln>
        </p:spPr>
        <p:txBody>
          <a:bodyPr lIns="0" tIns="0" rIns="0" bIns="0"/>
          <a:lstStyle>
            <a:defPPr>
              <a:defRPr sz="1875" b="1">
                <a:solidFill>
                  <a:srgbClr val="002D4C"/>
                </a:solidFill>
                <a:latin typeface="Arial"/>
                <a:ea typeface="Arial"/>
                <a:cs typeface="Arial"/>
              </a:defRPr>
            </a:defPPr>
            <a:lvl1pPr>
              <a:defRPr sz="1875" b="1">
                <a:solidFill>
                  <a:srgbClr val="002D4C"/>
                </a:solidFill>
                <a:latin typeface="Arial"/>
                <a:ea typeface="Arial"/>
                <a:cs typeface="Arial"/>
              </a:defRPr>
            </a:lvl1pPr>
            <a:lvl2pPr>
              <a:defRPr sz="1875" b="1">
                <a:solidFill>
                  <a:srgbClr val="002D4C"/>
                </a:solidFill>
                <a:latin typeface="Arial"/>
                <a:ea typeface="Arial"/>
                <a:cs typeface="Arial"/>
              </a:defRPr>
            </a:lvl2pPr>
            <a:lvl3pPr>
              <a:defRPr sz="1875" b="1">
                <a:solidFill>
                  <a:srgbClr val="002D4C"/>
                </a:solidFill>
                <a:latin typeface="Arial"/>
                <a:ea typeface="Arial"/>
                <a:cs typeface="Arial"/>
              </a:defRPr>
            </a:lvl3pPr>
            <a:lvl4pPr>
              <a:defRPr sz="1875" b="1">
                <a:solidFill>
                  <a:srgbClr val="002D4C"/>
                </a:solidFill>
                <a:latin typeface="Arial"/>
                <a:ea typeface="Arial"/>
                <a:cs typeface="Arial"/>
              </a:defRPr>
            </a:lvl4pPr>
            <a:lvl5pPr>
              <a:defRPr sz="1875" b="1">
                <a:solidFill>
                  <a:srgbClr val="002D4C"/>
                </a:solidFill>
                <a:latin typeface="Arial"/>
                <a:ea typeface="Arial"/>
                <a:cs typeface="Arial"/>
              </a:defRPr>
            </a:lvl5pPr>
            <a:lvl6pPr>
              <a:defRPr sz="1875" b="1">
                <a:solidFill>
                  <a:srgbClr val="002D4C"/>
                </a:solidFill>
                <a:latin typeface="Arial"/>
                <a:ea typeface="Arial"/>
                <a:cs typeface="Arial"/>
              </a:defRPr>
            </a:lvl6pPr>
            <a:lvl7pPr>
              <a:defRPr sz="1875" b="1">
                <a:solidFill>
                  <a:srgbClr val="002D4C"/>
                </a:solidFill>
                <a:latin typeface="Arial"/>
                <a:ea typeface="Arial"/>
                <a:cs typeface="Arial"/>
              </a:defRPr>
            </a:lvl7pPr>
            <a:lvl8pPr>
              <a:defRPr sz="1875" b="1">
                <a:solidFill>
                  <a:srgbClr val="002D4C"/>
                </a:solidFill>
                <a:latin typeface="Arial"/>
                <a:ea typeface="Arial"/>
                <a:cs typeface="Arial"/>
              </a:defRPr>
            </a:lvl8pPr>
            <a:lvl9pPr>
              <a:defRPr sz="1875" b="1">
                <a:solidFill>
                  <a:srgbClr val="002D4C"/>
                </a:solidFill>
                <a:latin typeface="Arial"/>
                <a:ea typeface="Arial"/>
                <a:cs typeface="Arial"/>
              </a:defRPr>
            </a:lvl9pPr>
          </a:lstStyle>
          <a:p>
            <a:pPr>
              <a:defRPr sz="1875" b="1">
                <a:solidFill>
                  <a:srgbClr val="002D4C"/>
                </a:solidFill>
                <a:latin typeface="Arial"/>
                <a:ea typeface="Arial"/>
                <a:cs typeface="Arial"/>
              </a:defRPr>
            </a:pPr>
            <a:r>
              <a:rPr sz="1875" b="1">
                <a:solidFill>
                  <a:srgbClr val="002D4C"/>
                </a:solidFill>
                <a:latin typeface="Arial"/>
                <a:ea typeface="Arial"/>
                <a:cs typeface="Arial"/>
              </a:rPr>
              <a:t>1. Question Analysis Before Exploration</a:t>
            </a:r>
          </a:p>
        </p:txBody>
      </p:sp>
      <p:sp>
        <p:nvSpPr>
          <p:cNvPr id="9" name="">
            <a:extLst/>
          </p:cNvPr>
          <p:cNvSpPr>
            <a:spLocks noGrp="1"/>
          </p:cNvSpPr>
          <p:nvPr/>
        </p:nvSpPr>
        <p:spPr>
          <a:xfrm>
            <a:off x="590550" y="1647825"/>
            <a:ext cx="10668000" cy="495300"/>
          </a:xfrm>
          <a:prstGeom prst="rect">
            <a:avLst/>
          </a:prstGeom>
          <a:noFill/>
          <a:ln w="0">
            <a:noFill/>
          </a:ln>
        </p:spPr>
        <p:txBody>
          <a:bodyPr lIns="0" tIns="0" rIns="0" bIns="0"/>
          <a:lstStyle>
            <a:defPPr>
              <a:defRPr sz="1650" b="0">
                <a:solidFill>
                  <a:srgbClr val="002D4C"/>
                </a:solidFill>
                <a:latin typeface="Arial"/>
                <a:ea typeface="Arial"/>
                <a:cs typeface="Arial"/>
              </a:defRPr>
            </a:defPPr>
            <a:lvl1pPr>
              <a:defRPr sz="1650" b="0">
                <a:solidFill>
                  <a:srgbClr val="002D4C"/>
                </a:solidFill>
                <a:latin typeface="Arial"/>
                <a:ea typeface="Arial"/>
                <a:cs typeface="Arial"/>
              </a:defRPr>
            </a:lvl1pPr>
            <a:lvl2pPr>
              <a:defRPr sz="1650" b="0">
                <a:solidFill>
                  <a:srgbClr val="002D4C"/>
                </a:solidFill>
                <a:latin typeface="Arial"/>
                <a:ea typeface="Arial"/>
                <a:cs typeface="Arial"/>
              </a:defRPr>
            </a:lvl2pPr>
            <a:lvl3pPr>
              <a:defRPr sz="1650" b="0">
                <a:solidFill>
                  <a:srgbClr val="002D4C"/>
                </a:solidFill>
                <a:latin typeface="Arial"/>
                <a:ea typeface="Arial"/>
                <a:cs typeface="Arial"/>
              </a:defRPr>
            </a:lvl3pPr>
            <a:lvl4pPr>
              <a:defRPr sz="1650" b="0">
                <a:solidFill>
                  <a:srgbClr val="002D4C"/>
                </a:solidFill>
                <a:latin typeface="Arial"/>
                <a:ea typeface="Arial"/>
                <a:cs typeface="Arial"/>
              </a:defRPr>
            </a:lvl4pPr>
            <a:lvl5pPr>
              <a:defRPr sz="1650" b="0">
                <a:solidFill>
                  <a:srgbClr val="002D4C"/>
                </a:solidFill>
                <a:latin typeface="Arial"/>
                <a:ea typeface="Arial"/>
                <a:cs typeface="Arial"/>
              </a:defRPr>
            </a:lvl5pPr>
            <a:lvl6pPr>
              <a:defRPr sz="1650" b="0">
                <a:solidFill>
                  <a:srgbClr val="002D4C"/>
                </a:solidFill>
                <a:latin typeface="Arial"/>
                <a:ea typeface="Arial"/>
                <a:cs typeface="Arial"/>
              </a:defRPr>
            </a:lvl6pPr>
            <a:lvl7pPr>
              <a:defRPr sz="1650" b="0">
                <a:solidFill>
                  <a:srgbClr val="002D4C"/>
                </a:solidFill>
                <a:latin typeface="Arial"/>
                <a:ea typeface="Arial"/>
                <a:cs typeface="Arial"/>
              </a:defRPr>
            </a:lvl7pPr>
            <a:lvl8pPr>
              <a:defRPr sz="1650" b="0">
                <a:solidFill>
                  <a:srgbClr val="002D4C"/>
                </a:solidFill>
                <a:latin typeface="Arial"/>
                <a:ea typeface="Arial"/>
                <a:cs typeface="Arial"/>
              </a:defRPr>
            </a:lvl8pPr>
            <a:lvl9pPr>
              <a:defRPr sz="1650" b="0">
                <a:solidFill>
                  <a:srgbClr val="002D4C"/>
                </a:solidFill>
                <a:latin typeface="Arial"/>
                <a:ea typeface="Arial"/>
                <a:cs typeface="Arial"/>
              </a:defRPr>
            </a:lvl9pPr>
          </a:lstStyle>
          <a:p>
            <a:pPr>
              <a:defRPr sz="1650" b="0">
                <a:solidFill>
                  <a:srgbClr val="002D4C"/>
                </a:solidFill>
                <a:latin typeface="Arial"/>
                <a:ea typeface="Arial"/>
                <a:cs typeface="Arial"/>
              </a:defRPr>
            </a:pPr>
            <a:r>
              <a:rPr sz="1650" b="0">
                <a:solidFill>
                  <a:srgbClr val="002D4C"/>
                </a:solidFill>
                <a:latin typeface="Arial"/>
                <a:ea typeface="Arial"/>
                <a:cs typeface="Arial"/>
              </a:rPr>
              <a:t>Before selecting entities, the agent breaks the question into known entities, unknown variables, required constraints, and the expected answer type.</a:t>
            </a:r>
          </a:p>
        </p:txBody>
      </p:sp>
      <p:sp>
        <p:nvSpPr>
          <p:cNvPr id="10" name="">
            <a:extLst/>
          </p:cNvPr>
          <p:cNvSpPr>
            <a:spLocks noGrp="1"/>
          </p:cNvSpPr>
          <p:nvPr/>
        </p:nvSpPr>
        <p:spPr>
          <a:xfrm>
            <a:off x="590550" y="2200275"/>
            <a:ext cx="10668000" cy="276225"/>
          </a:xfrm>
          <a:prstGeom prst="rect">
            <a:avLst/>
          </a:prstGeom>
          <a:noFill/>
          <a:ln w="0">
            <a:noFill/>
          </a:ln>
        </p:spPr>
        <p:txBody>
          <a:bodyPr lIns="0" tIns="0" rIns="0" bIns="0"/>
          <a:lstStyle>
            <a:defPPr>
              <a:defRPr sz="1575" b="0">
                <a:solidFill>
                  <a:srgbClr val="002D4C"/>
                </a:solidFill>
                <a:latin typeface="Arial"/>
                <a:ea typeface="Arial"/>
                <a:cs typeface="Arial"/>
              </a:defRPr>
            </a:defPPr>
            <a:lvl1pPr>
              <a:defRPr sz="1575" b="0">
                <a:solidFill>
                  <a:srgbClr val="002D4C"/>
                </a:solidFill>
                <a:latin typeface="Arial"/>
                <a:ea typeface="Arial"/>
                <a:cs typeface="Arial"/>
              </a:defRPr>
            </a:lvl1pPr>
            <a:lvl2pPr>
              <a:defRPr sz="1575" b="0">
                <a:solidFill>
                  <a:srgbClr val="002D4C"/>
                </a:solidFill>
                <a:latin typeface="Arial"/>
                <a:ea typeface="Arial"/>
                <a:cs typeface="Arial"/>
              </a:defRPr>
            </a:lvl2pPr>
            <a:lvl3pPr>
              <a:defRPr sz="1575" b="0">
                <a:solidFill>
                  <a:srgbClr val="002D4C"/>
                </a:solidFill>
                <a:latin typeface="Arial"/>
                <a:ea typeface="Arial"/>
                <a:cs typeface="Arial"/>
              </a:defRPr>
            </a:lvl3pPr>
            <a:lvl4pPr>
              <a:defRPr sz="1575" b="0">
                <a:solidFill>
                  <a:srgbClr val="002D4C"/>
                </a:solidFill>
                <a:latin typeface="Arial"/>
                <a:ea typeface="Arial"/>
                <a:cs typeface="Arial"/>
              </a:defRPr>
            </a:lvl4pPr>
            <a:lvl5pPr>
              <a:defRPr sz="1575" b="0">
                <a:solidFill>
                  <a:srgbClr val="002D4C"/>
                </a:solidFill>
                <a:latin typeface="Arial"/>
                <a:ea typeface="Arial"/>
                <a:cs typeface="Arial"/>
              </a:defRPr>
            </a:lvl5pPr>
            <a:lvl6pPr>
              <a:defRPr sz="1575" b="0">
                <a:solidFill>
                  <a:srgbClr val="002D4C"/>
                </a:solidFill>
                <a:latin typeface="Arial"/>
                <a:ea typeface="Arial"/>
                <a:cs typeface="Arial"/>
              </a:defRPr>
            </a:lvl6pPr>
            <a:lvl7pPr>
              <a:defRPr sz="1575" b="0">
                <a:solidFill>
                  <a:srgbClr val="002D4C"/>
                </a:solidFill>
                <a:latin typeface="Arial"/>
                <a:ea typeface="Arial"/>
                <a:cs typeface="Arial"/>
              </a:defRPr>
            </a:lvl7pPr>
            <a:lvl8pPr>
              <a:defRPr sz="1575" b="0">
                <a:solidFill>
                  <a:srgbClr val="002D4C"/>
                </a:solidFill>
                <a:latin typeface="Arial"/>
                <a:ea typeface="Arial"/>
                <a:cs typeface="Arial"/>
              </a:defRPr>
            </a:lvl8pPr>
            <a:lvl9pPr>
              <a:defRPr sz="1575" b="0">
                <a:solidFill>
                  <a:srgbClr val="002D4C"/>
                </a:solidFill>
                <a:latin typeface="Arial"/>
                <a:ea typeface="Arial"/>
                <a:cs typeface="Arial"/>
              </a:defRPr>
            </a:lvl9pPr>
          </a:lstStyle>
          <a:p>
            <a:pPr>
              <a:defRPr sz="1575" b="0">
                <a:solidFill>
                  <a:srgbClr val="002D4C"/>
                </a:solidFill>
                <a:latin typeface="Arial"/>
                <a:ea typeface="Arial"/>
                <a:cs typeface="Arial"/>
              </a:defRPr>
            </a:pPr>
            <a:r>
              <a:rPr sz="1575" b="1">
                <a:solidFill>
                  <a:srgbClr val="002D4C"/>
                </a:solidFill>
                <a:latin typeface="Arial"/>
                <a:ea typeface="Arial"/>
                <a:cs typeface="Arial"/>
              </a:rPr>
              <a:t>Targets Problem 2 ·</a:t>
            </a:r>
            <a:r>
              <a:rPr sz="1575" b="0">
                <a:solidFill>
                  <a:srgbClr val="002D4C"/>
                </a:solidFill>
                <a:latin typeface="Arial"/>
                <a:ea typeface="Arial"/>
                <a:cs typeface="Arial"/>
              </a:rPr>
              <a:t> Required conditions are skipped</a:t>
            </a:r>
          </a:p>
        </p:txBody>
      </p:sp>
      <p:sp>
        <p:nvSpPr>
          <p:cNvPr id="12" name="">
            <a:extLst/>
          </p:cNvPr>
          <p:cNvSpPr>
            <a:spLocks noGrp="1"/>
          </p:cNvSpPr>
          <p:nvPr/>
        </p:nvSpPr>
        <p:spPr>
          <a:xfrm>
            <a:off x="590550" y="3009900"/>
            <a:ext cx="10763250" cy="323850"/>
          </a:xfrm>
          <a:prstGeom prst="rect">
            <a:avLst/>
          </a:prstGeom>
          <a:noFill/>
          <a:ln w="0">
            <a:noFill/>
          </a:ln>
        </p:spPr>
        <p:txBody>
          <a:bodyPr lIns="0" tIns="0" rIns="0" bIns="0"/>
          <a:lstStyle>
            <a:defPPr>
              <a:defRPr sz="1875" b="1">
                <a:solidFill>
                  <a:srgbClr val="002D4C"/>
                </a:solidFill>
                <a:latin typeface="Arial"/>
                <a:ea typeface="Arial"/>
                <a:cs typeface="Arial"/>
              </a:defRPr>
            </a:defPPr>
            <a:lvl1pPr>
              <a:defRPr sz="1875" b="1">
                <a:solidFill>
                  <a:srgbClr val="002D4C"/>
                </a:solidFill>
                <a:latin typeface="Arial"/>
                <a:ea typeface="Arial"/>
                <a:cs typeface="Arial"/>
              </a:defRPr>
            </a:lvl1pPr>
            <a:lvl2pPr>
              <a:defRPr sz="1875" b="1">
                <a:solidFill>
                  <a:srgbClr val="002D4C"/>
                </a:solidFill>
                <a:latin typeface="Arial"/>
                <a:ea typeface="Arial"/>
                <a:cs typeface="Arial"/>
              </a:defRPr>
            </a:lvl2pPr>
            <a:lvl3pPr>
              <a:defRPr sz="1875" b="1">
                <a:solidFill>
                  <a:srgbClr val="002D4C"/>
                </a:solidFill>
                <a:latin typeface="Arial"/>
                <a:ea typeface="Arial"/>
                <a:cs typeface="Arial"/>
              </a:defRPr>
            </a:lvl3pPr>
            <a:lvl4pPr>
              <a:defRPr sz="1875" b="1">
                <a:solidFill>
                  <a:srgbClr val="002D4C"/>
                </a:solidFill>
                <a:latin typeface="Arial"/>
                <a:ea typeface="Arial"/>
                <a:cs typeface="Arial"/>
              </a:defRPr>
            </a:lvl4pPr>
            <a:lvl5pPr>
              <a:defRPr sz="1875" b="1">
                <a:solidFill>
                  <a:srgbClr val="002D4C"/>
                </a:solidFill>
                <a:latin typeface="Arial"/>
                <a:ea typeface="Arial"/>
                <a:cs typeface="Arial"/>
              </a:defRPr>
            </a:lvl5pPr>
            <a:lvl6pPr>
              <a:defRPr sz="1875" b="1">
                <a:solidFill>
                  <a:srgbClr val="002D4C"/>
                </a:solidFill>
                <a:latin typeface="Arial"/>
                <a:ea typeface="Arial"/>
                <a:cs typeface="Arial"/>
              </a:defRPr>
            </a:lvl6pPr>
            <a:lvl7pPr>
              <a:defRPr sz="1875" b="1">
                <a:solidFill>
                  <a:srgbClr val="002D4C"/>
                </a:solidFill>
                <a:latin typeface="Arial"/>
                <a:ea typeface="Arial"/>
                <a:cs typeface="Arial"/>
              </a:defRPr>
            </a:lvl7pPr>
            <a:lvl8pPr>
              <a:defRPr sz="1875" b="1">
                <a:solidFill>
                  <a:srgbClr val="002D4C"/>
                </a:solidFill>
                <a:latin typeface="Arial"/>
                <a:ea typeface="Arial"/>
                <a:cs typeface="Arial"/>
              </a:defRPr>
            </a:lvl8pPr>
            <a:lvl9pPr>
              <a:defRPr sz="1875" b="1">
                <a:solidFill>
                  <a:srgbClr val="002D4C"/>
                </a:solidFill>
                <a:latin typeface="Arial"/>
                <a:ea typeface="Arial"/>
                <a:cs typeface="Arial"/>
              </a:defRPr>
            </a:lvl9pPr>
          </a:lstStyle>
          <a:p>
            <a:pPr>
              <a:defRPr sz="1875" b="1">
                <a:solidFill>
                  <a:srgbClr val="002D4C"/>
                </a:solidFill>
                <a:latin typeface="Arial"/>
                <a:ea typeface="Arial"/>
                <a:cs typeface="Arial"/>
              </a:defRPr>
            </a:pPr>
            <a:r>
              <a:rPr sz="1875" b="1">
                <a:solidFill>
                  <a:srgbClr val="002D4C"/>
                </a:solidFill>
                <a:latin typeface="Arial"/>
                <a:ea typeface="Arial"/>
                <a:cs typeface="Arial"/>
              </a:rPr>
              <a:t>2. Persistent Exploration State and Clear Control Flow</a:t>
            </a:r>
          </a:p>
        </p:txBody>
      </p:sp>
      <p:sp>
        <p:nvSpPr>
          <p:cNvPr id="13" name="">
            <a:extLst/>
          </p:cNvPr>
          <p:cNvSpPr>
            <a:spLocks noGrp="1"/>
          </p:cNvSpPr>
          <p:nvPr/>
        </p:nvSpPr>
        <p:spPr>
          <a:xfrm>
            <a:off x="590550" y="3390900"/>
            <a:ext cx="10668000" cy="495300"/>
          </a:xfrm>
          <a:prstGeom prst="rect">
            <a:avLst/>
          </a:prstGeom>
          <a:noFill/>
          <a:ln w="0">
            <a:noFill/>
          </a:ln>
        </p:spPr>
        <p:txBody>
          <a:bodyPr lIns="0" tIns="0" rIns="0" bIns="0"/>
          <a:lstStyle>
            <a:defPPr>
              <a:defRPr sz="1650" b="0">
                <a:solidFill>
                  <a:srgbClr val="002D4C"/>
                </a:solidFill>
                <a:latin typeface="Arial"/>
                <a:ea typeface="Arial"/>
                <a:cs typeface="Arial"/>
              </a:defRPr>
            </a:defPPr>
            <a:lvl1pPr>
              <a:defRPr sz="1650" b="0">
                <a:solidFill>
                  <a:srgbClr val="002D4C"/>
                </a:solidFill>
                <a:latin typeface="Arial"/>
                <a:ea typeface="Arial"/>
                <a:cs typeface="Arial"/>
              </a:defRPr>
            </a:lvl1pPr>
            <a:lvl2pPr>
              <a:defRPr sz="1650" b="0">
                <a:solidFill>
                  <a:srgbClr val="002D4C"/>
                </a:solidFill>
                <a:latin typeface="Arial"/>
                <a:ea typeface="Arial"/>
                <a:cs typeface="Arial"/>
              </a:defRPr>
            </a:lvl2pPr>
            <a:lvl3pPr>
              <a:defRPr sz="1650" b="0">
                <a:solidFill>
                  <a:srgbClr val="002D4C"/>
                </a:solidFill>
                <a:latin typeface="Arial"/>
                <a:ea typeface="Arial"/>
                <a:cs typeface="Arial"/>
              </a:defRPr>
            </a:lvl3pPr>
            <a:lvl4pPr>
              <a:defRPr sz="1650" b="0">
                <a:solidFill>
                  <a:srgbClr val="002D4C"/>
                </a:solidFill>
                <a:latin typeface="Arial"/>
                <a:ea typeface="Arial"/>
                <a:cs typeface="Arial"/>
              </a:defRPr>
            </a:lvl4pPr>
            <a:lvl5pPr>
              <a:defRPr sz="1650" b="0">
                <a:solidFill>
                  <a:srgbClr val="002D4C"/>
                </a:solidFill>
                <a:latin typeface="Arial"/>
                <a:ea typeface="Arial"/>
                <a:cs typeface="Arial"/>
              </a:defRPr>
            </a:lvl5pPr>
            <a:lvl6pPr>
              <a:defRPr sz="1650" b="0">
                <a:solidFill>
                  <a:srgbClr val="002D4C"/>
                </a:solidFill>
                <a:latin typeface="Arial"/>
                <a:ea typeface="Arial"/>
                <a:cs typeface="Arial"/>
              </a:defRPr>
            </a:lvl6pPr>
            <a:lvl7pPr>
              <a:defRPr sz="1650" b="0">
                <a:solidFill>
                  <a:srgbClr val="002D4C"/>
                </a:solidFill>
                <a:latin typeface="Arial"/>
                <a:ea typeface="Arial"/>
                <a:cs typeface="Arial"/>
              </a:defRPr>
            </a:lvl7pPr>
            <a:lvl8pPr>
              <a:defRPr sz="1650" b="0">
                <a:solidFill>
                  <a:srgbClr val="002D4C"/>
                </a:solidFill>
                <a:latin typeface="Arial"/>
                <a:ea typeface="Arial"/>
                <a:cs typeface="Arial"/>
              </a:defRPr>
            </a:lvl8pPr>
            <a:lvl9pPr>
              <a:defRPr sz="1650" b="0">
                <a:solidFill>
                  <a:srgbClr val="002D4C"/>
                </a:solidFill>
                <a:latin typeface="Arial"/>
                <a:ea typeface="Arial"/>
                <a:cs typeface="Arial"/>
              </a:defRPr>
            </a:lvl9pPr>
          </a:lstStyle>
          <a:p>
            <a:pPr>
              <a:defRPr sz="1650" b="0">
                <a:solidFill>
                  <a:srgbClr val="002D4C"/>
                </a:solidFill>
                <a:latin typeface="Arial"/>
                <a:ea typeface="Arial"/>
                <a:cs typeface="Arial"/>
              </a:defRPr>
            </a:pPr>
            <a:r>
              <a:rPr sz="1650" b="0">
                <a:solidFill>
                  <a:srgbClr val="002D4C"/>
                </a:solidFill>
                <a:latin typeface="Arial"/>
                <a:ea typeface="Arial"/>
                <a:cs typeface="Arial"/>
              </a:rPr>
              <a:t>Steps, candidates, and conclusions are kept across resets. In each step the agent chooses one action: continue, switch candidate, backtrack, or stop.</a:t>
            </a:r>
          </a:p>
        </p:txBody>
      </p:sp>
      <p:sp>
        <p:nvSpPr>
          <p:cNvPr id="14" name="">
            <a:extLst/>
          </p:cNvPr>
          <p:cNvSpPr>
            <a:spLocks noGrp="1"/>
          </p:cNvSpPr>
          <p:nvPr/>
        </p:nvSpPr>
        <p:spPr>
          <a:xfrm>
            <a:off x="590550" y="3943350"/>
            <a:ext cx="10668000" cy="276225"/>
          </a:xfrm>
          <a:prstGeom prst="rect">
            <a:avLst/>
          </a:prstGeom>
          <a:noFill/>
          <a:ln w="0">
            <a:noFill/>
          </a:ln>
        </p:spPr>
        <p:txBody>
          <a:bodyPr lIns="0" tIns="0" rIns="0" bIns="0"/>
          <a:lstStyle>
            <a:defPPr>
              <a:defRPr sz="1575" b="0">
                <a:solidFill>
                  <a:srgbClr val="002D4C"/>
                </a:solidFill>
                <a:latin typeface="Arial"/>
                <a:ea typeface="Arial"/>
                <a:cs typeface="Arial"/>
              </a:defRPr>
            </a:defPPr>
            <a:lvl1pPr>
              <a:defRPr sz="1575" b="0">
                <a:solidFill>
                  <a:srgbClr val="002D4C"/>
                </a:solidFill>
                <a:latin typeface="Arial"/>
                <a:ea typeface="Arial"/>
                <a:cs typeface="Arial"/>
              </a:defRPr>
            </a:lvl1pPr>
            <a:lvl2pPr>
              <a:defRPr sz="1575" b="0">
                <a:solidFill>
                  <a:srgbClr val="002D4C"/>
                </a:solidFill>
                <a:latin typeface="Arial"/>
                <a:ea typeface="Arial"/>
                <a:cs typeface="Arial"/>
              </a:defRPr>
            </a:lvl2pPr>
            <a:lvl3pPr>
              <a:defRPr sz="1575" b="0">
                <a:solidFill>
                  <a:srgbClr val="002D4C"/>
                </a:solidFill>
                <a:latin typeface="Arial"/>
                <a:ea typeface="Arial"/>
                <a:cs typeface="Arial"/>
              </a:defRPr>
            </a:lvl3pPr>
            <a:lvl4pPr>
              <a:defRPr sz="1575" b="0">
                <a:solidFill>
                  <a:srgbClr val="002D4C"/>
                </a:solidFill>
                <a:latin typeface="Arial"/>
                <a:ea typeface="Arial"/>
                <a:cs typeface="Arial"/>
              </a:defRPr>
            </a:lvl4pPr>
            <a:lvl5pPr>
              <a:defRPr sz="1575" b="0">
                <a:solidFill>
                  <a:srgbClr val="002D4C"/>
                </a:solidFill>
                <a:latin typeface="Arial"/>
                <a:ea typeface="Arial"/>
                <a:cs typeface="Arial"/>
              </a:defRPr>
            </a:lvl5pPr>
            <a:lvl6pPr>
              <a:defRPr sz="1575" b="0">
                <a:solidFill>
                  <a:srgbClr val="002D4C"/>
                </a:solidFill>
                <a:latin typeface="Arial"/>
                <a:ea typeface="Arial"/>
                <a:cs typeface="Arial"/>
              </a:defRPr>
            </a:lvl6pPr>
            <a:lvl7pPr>
              <a:defRPr sz="1575" b="0">
                <a:solidFill>
                  <a:srgbClr val="002D4C"/>
                </a:solidFill>
                <a:latin typeface="Arial"/>
                <a:ea typeface="Arial"/>
                <a:cs typeface="Arial"/>
              </a:defRPr>
            </a:lvl7pPr>
            <a:lvl8pPr>
              <a:defRPr sz="1575" b="0">
                <a:solidFill>
                  <a:srgbClr val="002D4C"/>
                </a:solidFill>
                <a:latin typeface="Arial"/>
                <a:ea typeface="Arial"/>
                <a:cs typeface="Arial"/>
              </a:defRPr>
            </a:lvl8pPr>
            <a:lvl9pPr>
              <a:defRPr sz="1575" b="0">
                <a:solidFill>
                  <a:srgbClr val="002D4C"/>
                </a:solidFill>
                <a:latin typeface="Arial"/>
                <a:ea typeface="Arial"/>
                <a:cs typeface="Arial"/>
              </a:defRPr>
            </a:lvl9pPr>
          </a:lstStyle>
          <a:p>
            <a:pPr>
              <a:defRPr sz="1575" b="0">
                <a:solidFill>
                  <a:srgbClr val="002D4C"/>
                </a:solidFill>
                <a:latin typeface="Arial"/>
                <a:ea typeface="Arial"/>
                <a:cs typeface="Arial"/>
              </a:defRPr>
            </a:pPr>
            <a:r>
              <a:rPr sz="1575" b="1">
                <a:solidFill>
                  <a:srgbClr val="002D4C"/>
                </a:solidFill>
                <a:latin typeface="Arial"/>
                <a:ea typeface="Arial"/>
                <a:cs typeface="Arial"/>
              </a:rPr>
              <a:t>Targets Problem 1 ·</a:t>
            </a:r>
            <a:r>
              <a:rPr sz="1575" b="0">
                <a:solidFill>
                  <a:srgbClr val="002D4C"/>
                </a:solidFill>
                <a:latin typeface="Arial"/>
                <a:ea typeface="Arial"/>
                <a:cs typeface="Arial"/>
              </a:rPr>
              <a:t> Resets stop the task and erase findings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3">
            <a:extLst/>
          </p:cNvPr>
          <p:cNvSpPr>
            <a:spLocks noGrp="1"/>
          </p:cNvSpPr>
          <p:nvPr/>
        </p:nvSpPr>
        <p:spPr>
          <a:xfrm>
            <a:off x="0" y="0"/>
            <a:ext cx="171450" cy="6858000"/>
          </a:xfrm>
          <a:prstGeom prst="rect">
            <a:avLst/>
          </a:prstGeom>
          <a:solidFill>
            <a:srgbClr val="009682"/>
          </a:solidFill>
          <a:ln>
            <a:noFill/>
          </a:ln>
        </p:spPr>
        <p:txBody>
          <a:bodyPr/>
          <a:lstStyle/>
          <a:p>
            <a:endParaRPr/>
          </a:p>
        </p:txBody>
      </p:sp>
      <p:sp>
        <p:nvSpPr>
          <p:cNvPr id="5" name="">
            <a:extLst/>
          </p:cNvPr>
          <p:cNvSpPr>
            <a:spLocks noGrp="1"/>
          </p:cNvSpPr>
          <p:nvPr/>
        </p:nvSpPr>
        <p:spPr>
          <a:xfrm>
            <a:off x="590550" y="6553200"/>
            <a:ext cx="6667500" cy="171450"/>
          </a:xfrm>
          <a:prstGeom prst="rect">
            <a:avLst/>
          </a:prstGeom>
          <a:noFill/>
          <a:ln w="0">
            <a:noFill/>
          </a:ln>
        </p:spPr>
        <p:txBody>
          <a:bodyPr lIns="0" tIns="0" rIns="0" bIns="0"/>
          <a:lstStyle>
            <a:defPPr>
              <a:defRPr sz="750" b="0">
                <a:solidFill>
                  <a:srgbClr val="768993"/>
                </a:solidFill>
                <a:latin typeface="Arial"/>
                <a:ea typeface="Arial"/>
                <a:cs typeface="Arial"/>
              </a:defRPr>
            </a:defPPr>
            <a:lvl1pPr>
              <a:buNone/>
              <a:defRPr sz="750" b="0">
                <a:solidFill>
                  <a:srgbClr val="768993"/>
                </a:solidFill>
                <a:latin typeface="Arial"/>
                <a:ea typeface="Arial"/>
                <a:cs typeface="Arial"/>
              </a:defRPr>
            </a:lvl1pPr>
            <a:lvl2pPr>
              <a:buNone/>
              <a:defRPr sz="750" b="0">
                <a:solidFill>
                  <a:srgbClr val="768993"/>
                </a:solidFill>
                <a:latin typeface="Arial"/>
                <a:ea typeface="Arial"/>
                <a:cs typeface="Arial"/>
              </a:defRPr>
            </a:lvl2pPr>
            <a:lvl3pPr>
              <a:buNone/>
              <a:defRPr sz="750" b="0">
                <a:solidFill>
                  <a:srgbClr val="768993"/>
                </a:solidFill>
                <a:latin typeface="Arial"/>
                <a:ea typeface="Arial"/>
                <a:cs typeface="Arial"/>
              </a:defRPr>
            </a:lvl3pPr>
            <a:lvl4pPr>
              <a:buNone/>
              <a:defRPr sz="750" b="0">
                <a:solidFill>
                  <a:srgbClr val="768993"/>
                </a:solidFill>
                <a:latin typeface="Arial"/>
                <a:ea typeface="Arial"/>
                <a:cs typeface="Arial"/>
              </a:defRPr>
            </a:lvl4pPr>
            <a:lvl5pPr>
              <a:buNone/>
              <a:defRPr sz="750" b="0">
                <a:solidFill>
                  <a:srgbClr val="768993"/>
                </a:solidFill>
                <a:latin typeface="Arial"/>
                <a:ea typeface="Arial"/>
                <a:cs typeface="Arial"/>
              </a:defRPr>
            </a:lvl5pPr>
            <a:lvl6pPr>
              <a:buNone/>
              <a:defRPr sz="750" b="0">
                <a:solidFill>
                  <a:srgbClr val="768993"/>
                </a:solidFill>
                <a:latin typeface="Arial"/>
                <a:ea typeface="Arial"/>
                <a:cs typeface="Arial"/>
              </a:defRPr>
            </a:lvl6pPr>
            <a:lvl7pPr>
              <a:buNone/>
              <a:defRPr sz="750" b="0">
                <a:solidFill>
                  <a:srgbClr val="768993"/>
                </a:solidFill>
                <a:latin typeface="Arial"/>
                <a:ea typeface="Arial"/>
                <a:cs typeface="Arial"/>
              </a:defRPr>
            </a:lvl7pPr>
            <a:lvl8pPr>
              <a:buNone/>
              <a:defRPr sz="750" b="0">
                <a:solidFill>
                  <a:srgbClr val="768993"/>
                </a:solidFill>
                <a:latin typeface="Arial"/>
                <a:ea typeface="Arial"/>
                <a:cs typeface="Arial"/>
              </a:defRPr>
            </a:lvl8pPr>
            <a:lvl9pPr>
              <a:buNone/>
              <a:defRPr sz="750" b="0">
                <a:solidFill>
                  <a:srgbClr val="768993"/>
                </a:solidFill>
                <a:latin typeface="Arial"/>
                <a:ea typeface="Arial"/>
                <a:cs typeface="Arial"/>
              </a:defRPr>
            </a:lvl9pPr>
          </a:lstStyle>
          <a:p>
            <a:pPr>
              <a:buNone/>
              <a:defRPr sz="750" b="0">
                <a:solidFill>
                  <a:srgbClr val="768993"/>
                </a:solidFill>
                <a:latin typeface="Arial"/>
                <a:ea typeface="Arial"/>
                <a:cs typeface="Arial"/>
              </a:defRPr>
            </a:pPr>
            <a:r>
              <a:rPr sz="750" b="0">
                <a:solidFill>
                  <a:srgbClr val="768993"/>
                </a:solidFill>
                <a:latin typeface="Arial"/>
                <a:ea typeface="Arial"/>
                <a:cs typeface="Arial"/>
              </a:rPr>
              <a:t>KG Agent Master Thesis · ARK V2 Design</a:t>
            </a:r>
          </a:p>
        </p:txBody>
      </p:sp>
      <p:sp>
        <p:nvSpPr>
          <p:cNvPr id="6" name="">
            <a:extLst/>
          </p:cNvPr>
          <p:cNvSpPr>
            <a:spLocks noGrp="1"/>
          </p:cNvSpPr>
          <p:nvPr/>
        </p:nvSpPr>
        <p:spPr>
          <a:xfrm>
            <a:off x="10668000" y="6553200"/>
            <a:ext cx="381000" cy="171450"/>
          </a:xfrm>
          <a:prstGeom prst="rect">
            <a:avLst/>
          </a:prstGeom>
          <a:noFill/>
          <a:ln w="0">
            <a:noFill/>
          </a:ln>
        </p:spPr>
        <p:txBody>
          <a:bodyPr lIns="0" tIns="0" rIns="0" bIns="0"/>
          <a:lstStyle>
            <a:defPPr>
              <a:defRPr sz="750" b="0">
                <a:solidFill>
                  <a:srgbClr val="768993"/>
                </a:solidFill>
                <a:latin typeface="Arial"/>
                <a:ea typeface="Arial"/>
                <a:cs typeface="Arial"/>
              </a:defRPr>
            </a:defPPr>
            <a:lvl1pPr>
              <a:buNone/>
              <a:defRPr sz="750" b="0">
                <a:solidFill>
                  <a:srgbClr val="768993"/>
                </a:solidFill>
                <a:latin typeface="Arial"/>
                <a:ea typeface="Arial"/>
                <a:cs typeface="Arial"/>
              </a:defRPr>
            </a:lvl1pPr>
            <a:lvl2pPr>
              <a:buNone/>
              <a:defRPr sz="750" b="0">
                <a:solidFill>
                  <a:srgbClr val="768993"/>
                </a:solidFill>
                <a:latin typeface="Arial"/>
                <a:ea typeface="Arial"/>
                <a:cs typeface="Arial"/>
              </a:defRPr>
            </a:lvl2pPr>
            <a:lvl3pPr>
              <a:buNone/>
              <a:defRPr sz="750" b="0">
                <a:solidFill>
                  <a:srgbClr val="768993"/>
                </a:solidFill>
                <a:latin typeface="Arial"/>
                <a:ea typeface="Arial"/>
                <a:cs typeface="Arial"/>
              </a:defRPr>
            </a:lvl3pPr>
            <a:lvl4pPr>
              <a:buNone/>
              <a:defRPr sz="750" b="0">
                <a:solidFill>
                  <a:srgbClr val="768993"/>
                </a:solidFill>
                <a:latin typeface="Arial"/>
                <a:ea typeface="Arial"/>
                <a:cs typeface="Arial"/>
              </a:defRPr>
            </a:lvl4pPr>
            <a:lvl5pPr>
              <a:buNone/>
              <a:defRPr sz="750" b="0">
                <a:solidFill>
                  <a:srgbClr val="768993"/>
                </a:solidFill>
                <a:latin typeface="Arial"/>
                <a:ea typeface="Arial"/>
                <a:cs typeface="Arial"/>
              </a:defRPr>
            </a:lvl5pPr>
            <a:lvl6pPr>
              <a:buNone/>
              <a:defRPr sz="750" b="0">
                <a:solidFill>
                  <a:srgbClr val="768993"/>
                </a:solidFill>
                <a:latin typeface="Arial"/>
                <a:ea typeface="Arial"/>
                <a:cs typeface="Arial"/>
              </a:defRPr>
            </a:lvl6pPr>
            <a:lvl7pPr>
              <a:buNone/>
              <a:defRPr sz="750" b="0">
                <a:solidFill>
                  <a:srgbClr val="768993"/>
                </a:solidFill>
                <a:latin typeface="Arial"/>
                <a:ea typeface="Arial"/>
                <a:cs typeface="Arial"/>
              </a:defRPr>
            </a:lvl7pPr>
            <a:lvl8pPr>
              <a:buNone/>
              <a:defRPr sz="750" b="0">
                <a:solidFill>
                  <a:srgbClr val="768993"/>
                </a:solidFill>
                <a:latin typeface="Arial"/>
                <a:ea typeface="Arial"/>
                <a:cs typeface="Arial"/>
              </a:defRPr>
            </a:lvl8pPr>
            <a:lvl9pPr>
              <a:buNone/>
              <a:defRPr sz="750" b="0">
                <a:solidFill>
                  <a:srgbClr val="768993"/>
                </a:solidFill>
                <a:latin typeface="Arial"/>
                <a:ea typeface="Arial"/>
                <a:cs typeface="Arial"/>
              </a:defRPr>
            </a:lvl9pPr>
          </a:lstStyle>
          <a:p>
            <a:pPr>
              <a:buNone/>
              <a:defRPr sz="750" b="0">
                <a:solidFill>
                  <a:srgbClr val="768993"/>
                </a:solidFill>
                <a:latin typeface="Arial"/>
                <a:ea typeface="Arial"/>
                <a:cs typeface="Arial"/>
              </a:defRPr>
            </a:pPr>
            <a:r>
              <a:rPr sz="750" b="0">
                <a:solidFill>
                  <a:srgbClr val="768993"/>
                </a:solidFill>
                <a:latin typeface="Arial"/>
                <a:ea typeface="Arial"/>
                <a:cs typeface="Arial"/>
              </a:rPr>
              <a:t>09</a:t>
            </a:r>
          </a:p>
        </p:txBody>
      </p:sp>
      <p:sp>
        <p:nvSpPr>
          <p:cNvPr id="7" name="">
            <a:extLst/>
          </p:cNvPr>
          <p:cNvSpPr>
            <a:spLocks noGrp="1"/>
          </p:cNvSpPr>
          <p:nvPr/>
        </p:nvSpPr>
        <p:spPr>
          <a:xfrm>
            <a:off x="590550" y="323850"/>
            <a:ext cx="11010900" cy="514350"/>
          </a:xfrm>
          <a:prstGeom prst="rect">
            <a:avLst/>
          </a:prstGeom>
          <a:noFill/>
          <a:ln w="0">
            <a:noFill/>
          </a:ln>
        </p:spPr>
        <p:txBody>
          <a:bodyPr lIns="0" tIns="0" rIns="0" bIns="0"/>
          <a:lstStyle>
            <a:defPPr>
              <a:defRPr sz="2550" b="0">
                <a:solidFill>
                  <a:srgbClr val="002D4C"/>
                </a:solidFill>
                <a:latin typeface="Franklin Gothic Medium"/>
                <a:ea typeface="Franklin Gothic Medium"/>
                <a:cs typeface="Franklin Gothic Medium"/>
              </a:defRPr>
            </a:defPPr>
            <a:lvl1pPr>
              <a:defRPr sz="2550" b="0">
                <a:solidFill>
                  <a:srgbClr val="002D4C"/>
                </a:solidFill>
                <a:latin typeface="Franklin Gothic Medium"/>
                <a:ea typeface="Franklin Gothic Medium"/>
                <a:cs typeface="Franklin Gothic Medium"/>
              </a:defRPr>
            </a:lvl1pPr>
            <a:lvl2pPr>
              <a:defRPr sz="2550" b="0">
                <a:solidFill>
                  <a:srgbClr val="002D4C"/>
                </a:solidFill>
                <a:latin typeface="Franklin Gothic Medium"/>
                <a:ea typeface="Franklin Gothic Medium"/>
                <a:cs typeface="Franklin Gothic Medium"/>
              </a:defRPr>
            </a:lvl2pPr>
            <a:lvl3pPr>
              <a:defRPr sz="2550" b="0">
                <a:solidFill>
                  <a:srgbClr val="002D4C"/>
                </a:solidFill>
                <a:latin typeface="Franklin Gothic Medium"/>
                <a:ea typeface="Franklin Gothic Medium"/>
                <a:cs typeface="Franklin Gothic Medium"/>
              </a:defRPr>
            </a:lvl3pPr>
            <a:lvl4pPr>
              <a:defRPr sz="2550" b="0">
                <a:solidFill>
                  <a:srgbClr val="002D4C"/>
                </a:solidFill>
                <a:latin typeface="Franklin Gothic Medium"/>
                <a:ea typeface="Franklin Gothic Medium"/>
                <a:cs typeface="Franklin Gothic Medium"/>
              </a:defRPr>
            </a:lvl4pPr>
            <a:lvl5pPr>
              <a:defRPr sz="2550" b="0">
                <a:solidFill>
                  <a:srgbClr val="002D4C"/>
                </a:solidFill>
                <a:latin typeface="Franklin Gothic Medium"/>
                <a:ea typeface="Franklin Gothic Medium"/>
                <a:cs typeface="Franklin Gothic Medium"/>
              </a:defRPr>
            </a:lvl5pPr>
            <a:lvl6pPr>
              <a:defRPr sz="2550" b="0">
                <a:solidFill>
                  <a:srgbClr val="002D4C"/>
                </a:solidFill>
                <a:latin typeface="Franklin Gothic Medium"/>
                <a:ea typeface="Franklin Gothic Medium"/>
                <a:cs typeface="Franklin Gothic Medium"/>
              </a:defRPr>
            </a:lvl6pPr>
            <a:lvl7pPr>
              <a:defRPr sz="2550" b="0">
                <a:solidFill>
                  <a:srgbClr val="002D4C"/>
                </a:solidFill>
                <a:latin typeface="Franklin Gothic Medium"/>
                <a:ea typeface="Franklin Gothic Medium"/>
                <a:cs typeface="Franklin Gothic Medium"/>
              </a:defRPr>
            </a:lvl7pPr>
            <a:lvl8pPr>
              <a:defRPr sz="2550" b="0">
                <a:solidFill>
                  <a:srgbClr val="002D4C"/>
                </a:solidFill>
                <a:latin typeface="Franklin Gothic Medium"/>
                <a:ea typeface="Franklin Gothic Medium"/>
                <a:cs typeface="Franklin Gothic Medium"/>
              </a:defRPr>
            </a:lvl8pPr>
            <a:lvl9pPr>
              <a:defRPr sz="2550" b="0">
                <a:solidFill>
                  <a:srgbClr val="002D4C"/>
                </a:solidFill>
                <a:latin typeface="Franklin Gothic Medium"/>
                <a:ea typeface="Franklin Gothic Medium"/>
                <a:cs typeface="Franklin Gothic Medium"/>
              </a:defRPr>
            </a:lvl9pPr>
          </a:lstStyle>
          <a:p>
            <a:pPr>
              <a:defRPr sz="2550" b="0">
                <a:solidFill>
                  <a:srgbClr val="002D4C"/>
                </a:solidFill>
                <a:latin typeface="Franklin Gothic Medium"/>
                <a:ea typeface="Franklin Gothic Medium"/>
                <a:cs typeface="Franklin Gothic Medium"/>
              </a:defRPr>
            </a:pPr>
            <a:r>
              <a:rPr sz="2550" b="0">
                <a:solidFill>
                  <a:srgbClr val="002D4C"/>
                </a:solidFill>
                <a:latin typeface="Franklin Gothic Medium"/>
                <a:ea typeface="Franklin Gothic Medium"/>
                <a:cs typeface="Franklin Gothic Medium"/>
              </a:rPr>
              <a:t>Planned Changes in ARK V2: Final Answers</a:t>
            </a:r>
          </a:p>
        </p:txBody>
      </p:sp>
      <p:sp>
        <p:nvSpPr>
          <p:cNvPr id="8" name="">
            <a:extLst/>
          </p:cNvPr>
          <p:cNvSpPr>
            <a:spLocks noGrp="1"/>
          </p:cNvSpPr>
          <p:nvPr/>
        </p:nvSpPr>
        <p:spPr>
          <a:xfrm>
            <a:off x="590550" y="1095375"/>
            <a:ext cx="10763250" cy="323850"/>
          </a:xfrm>
          <a:prstGeom prst="rect">
            <a:avLst/>
          </a:prstGeom>
          <a:noFill/>
          <a:ln w="0">
            <a:noFill/>
          </a:ln>
        </p:spPr>
        <p:txBody>
          <a:bodyPr lIns="0" tIns="0" rIns="0" bIns="0"/>
          <a:lstStyle>
            <a:defPPr>
              <a:defRPr sz="1875" b="1">
                <a:solidFill>
                  <a:srgbClr val="002D4C"/>
                </a:solidFill>
                <a:latin typeface="Arial"/>
                <a:ea typeface="Arial"/>
                <a:cs typeface="Arial"/>
              </a:defRPr>
            </a:defPPr>
            <a:lvl1pPr>
              <a:defRPr sz="1875" b="1">
                <a:solidFill>
                  <a:srgbClr val="002D4C"/>
                </a:solidFill>
                <a:latin typeface="Arial"/>
                <a:ea typeface="Arial"/>
                <a:cs typeface="Arial"/>
              </a:defRPr>
            </a:lvl1pPr>
            <a:lvl2pPr>
              <a:defRPr sz="1875" b="1">
                <a:solidFill>
                  <a:srgbClr val="002D4C"/>
                </a:solidFill>
                <a:latin typeface="Arial"/>
                <a:ea typeface="Arial"/>
                <a:cs typeface="Arial"/>
              </a:defRPr>
            </a:lvl2pPr>
            <a:lvl3pPr>
              <a:defRPr sz="1875" b="1">
                <a:solidFill>
                  <a:srgbClr val="002D4C"/>
                </a:solidFill>
                <a:latin typeface="Arial"/>
                <a:ea typeface="Arial"/>
                <a:cs typeface="Arial"/>
              </a:defRPr>
            </a:lvl3pPr>
            <a:lvl4pPr>
              <a:defRPr sz="1875" b="1">
                <a:solidFill>
                  <a:srgbClr val="002D4C"/>
                </a:solidFill>
                <a:latin typeface="Arial"/>
                <a:ea typeface="Arial"/>
                <a:cs typeface="Arial"/>
              </a:defRPr>
            </a:lvl4pPr>
            <a:lvl5pPr>
              <a:defRPr sz="1875" b="1">
                <a:solidFill>
                  <a:srgbClr val="002D4C"/>
                </a:solidFill>
                <a:latin typeface="Arial"/>
                <a:ea typeface="Arial"/>
                <a:cs typeface="Arial"/>
              </a:defRPr>
            </a:lvl5pPr>
            <a:lvl6pPr>
              <a:defRPr sz="1875" b="1">
                <a:solidFill>
                  <a:srgbClr val="002D4C"/>
                </a:solidFill>
                <a:latin typeface="Arial"/>
                <a:ea typeface="Arial"/>
                <a:cs typeface="Arial"/>
              </a:defRPr>
            </a:lvl6pPr>
            <a:lvl7pPr>
              <a:defRPr sz="1875" b="1">
                <a:solidFill>
                  <a:srgbClr val="002D4C"/>
                </a:solidFill>
                <a:latin typeface="Arial"/>
                <a:ea typeface="Arial"/>
                <a:cs typeface="Arial"/>
              </a:defRPr>
            </a:lvl7pPr>
            <a:lvl8pPr>
              <a:defRPr sz="1875" b="1">
                <a:solidFill>
                  <a:srgbClr val="002D4C"/>
                </a:solidFill>
                <a:latin typeface="Arial"/>
                <a:ea typeface="Arial"/>
                <a:cs typeface="Arial"/>
              </a:defRPr>
            </a:lvl8pPr>
            <a:lvl9pPr>
              <a:defRPr sz="1875" b="1">
                <a:solidFill>
                  <a:srgbClr val="002D4C"/>
                </a:solidFill>
                <a:latin typeface="Arial"/>
                <a:ea typeface="Arial"/>
                <a:cs typeface="Arial"/>
              </a:defRPr>
            </a:lvl9pPr>
          </a:lstStyle>
          <a:p>
            <a:pPr>
              <a:defRPr sz="1875" b="1">
                <a:solidFill>
                  <a:srgbClr val="002D4C"/>
                </a:solidFill>
                <a:latin typeface="Arial"/>
                <a:ea typeface="Arial"/>
                <a:cs typeface="Arial"/>
              </a:defRPr>
            </a:pPr>
            <a:r>
              <a:rPr sz="1875" b="1">
                <a:solidFill>
                  <a:srgbClr val="002D4C"/>
                </a:solidFill>
                <a:latin typeface="Arial"/>
                <a:ea typeface="Arial"/>
                <a:cs typeface="Arial"/>
              </a:rPr>
              <a:t>3. Answer Check Before Responding</a:t>
            </a:r>
          </a:p>
        </p:txBody>
      </p:sp>
      <p:sp>
        <p:nvSpPr>
          <p:cNvPr id="9" name="">
            <a:extLst/>
          </p:cNvPr>
          <p:cNvSpPr>
            <a:spLocks noGrp="1"/>
          </p:cNvSpPr>
          <p:nvPr/>
        </p:nvSpPr>
        <p:spPr>
          <a:xfrm>
            <a:off x="590550" y="1476375"/>
            <a:ext cx="10668000" cy="495300"/>
          </a:xfrm>
          <a:prstGeom prst="rect">
            <a:avLst/>
          </a:prstGeom>
          <a:noFill/>
          <a:ln w="0">
            <a:noFill/>
          </a:ln>
        </p:spPr>
        <p:txBody>
          <a:bodyPr lIns="0" tIns="0" rIns="0" bIns="0"/>
          <a:lstStyle>
            <a:defPPr>
              <a:defRPr sz="1650" b="0">
                <a:solidFill>
                  <a:srgbClr val="002D4C"/>
                </a:solidFill>
                <a:latin typeface="Arial"/>
                <a:ea typeface="Arial"/>
                <a:cs typeface="Arial"/>
              </a:defRPr>
            </a:defPPr>
            <a:lvl1pPr>
              <a:defRPr sz="1650" b="0">
                <a:solidFill>
                  <a:srgbClr val="002D4C"/>
                </a:solidFill>
                <a:latin typeface="Arial"/>
                <a:ea typeface="Arial"/>
                <a:cs typeface="Arial"/>
              </a:defRPr>
            </a:lvl1pPr>
            <a:lvl2pPr>
              <a:defRPr sz="1650" b="0">
                <a:solidFill>
                  <a:srgbClr val="002D4C"/>
                </a:solidFill>
                <a:latin typeface="Arial"/>
                <a:ea typeface="Arial"/>
                <a:cs typeface="Arial"/>
              </a:defRPr>
            </a:lvl2pPr>
            <a:lvl3pPr>
              <a:defRPr sz="1650" b="0">
                <a:solidFill>
                  <a:srgbClr val="002D4C"/>
                </a:solidFill>
                <a:latin typeface="Arial"/>
                <a:ea typeface="Arial"/>
                <a:cs typeface="Arial"/>
              </a:defRPr>
            </a:lvl3pPr>
            <a:lvl4pPr>
              <a:defRPr sz="1650" b="0">
                <a:solidFill>
                  <a:srgbClr val="002D4C"/>
                </a:solidFill>
                <a:latin typeface="Arial"/>
                <a:ea typeface="Arial"/>
                <a:cs typeface="Arial"/>
              </a:defRPr>
            </a:lvl4pPr>
            <a:lvl5pPr>
              <a:defRPr sz="1650" b="0">
                <a:solidFill>
                  <a:srgbClr val="002D4C"/>
                </a:solidFill>
                <a:latin typeface="Arial"/>
                <a:ea typeface="Arial"/>
                <a:cs typeface="Arial"/>
              </a:defRPr>
            </a:lvl5pPr>
            <a:lvl6pPr>
              <a:defRPr sz="1650" b="0">
                <a:solidFill>
                  <a:srgbClr val="002D4C"/>
                </a:solidFill>
                <a:latin typeface="Arial"/>
                <a:ea typeface="Arial"/>
                <a:cs typeface="Arial"/>
              </a:defRPr>
            </a:lvl6pPr>
            <a:lvl7pPr>
              <a:defRPr sz="1650" b="0">
                <a:solidFill>
                  <a:srgbClr val="002D4C"/>
                </a:solidFill>
                <a:latin typeface="Arial"/>
                <a:ea typeface="Arial"/>
                <a:cs typeface="Arial"/>
              </a:defRPr>
            </a:lvl7pPr>
            <a:lvl8pPr>
              <a:defRPr sz="1650" b="0">
                <a:solidFill>
                  <a:srgbClr val="002D4C"/>
                </a:solidFill>
                <a:latin typeface="Arial"/>
                <a:ea typeface="Arial"/>
                <a:cs typeface="Arial"/>
              </a:defRPr>
            </a:lvl8pPr>
            <a:lvl9pPr>
              <a:defRPr sz="1650" b="0">
                <a:solidFill>
                  <a:srgbClr val="002D4C"/>
                </a:solidFill>
                <a:latin typeface="Arial"/>
                <a:ea typeface="Arial"/>
                <a:cs typeface="Arial"/>
              </a:defRPr>
            </a:lvl9pPr>
          </a:lstStyle>
          <a:p>
            <a:pPr>
              <a:defRPr sz="1650" b="0">
                <a:solidFill>
                  <a:srgbClr val="002D4C"/>
                </a:solidFill>
                <a:latin typeface="Arial"/>
                <a:ea typeface="Arial"/>
                <a:cs typeface="Arial"/>
              </a:defRPr>
            </a:pPr>
            <a:r>
              <a:rPr sz="1650" b="0">
                <a:solidFill>
                  <a:srgbClr val="002D4C"/>
                </a:solidFill>
                <a:latin typeface="Arial"/>
                <a:ea typeface="Arial"/>
                <a:cs typeface="Arial"/>
              </a:rPr>
              <a:t>The answer must be an entity from the evidence, and the program fills in its name and QID. All constraints must be supported, must refer to the same entity, and must match the answer type.</a:t>
            </a:r>
          </a:p>
        </p:txBody>
      </p:sp>
      <p:sp>
        <p:nvSpPr>
          <p:cNvPr id="10" name="">
            <a:extLst/>
          </p:cNvPr>
          <p:cNvSpPr>
            <a:spLocks noGrp="1"/>
          </p:cNvSpPr>
          <p:nvPr/>
        </p:nvSpPr>
        <p:spPr>
          <a:xfrm>
            <a:off x="590550" y="2028825"/>
            <a:ext cx="10668000" cy="276225"/>
          </a:xfrm>
          <a:prstGeom prst="rect">
            <a:avLst/>
          </a:prstGeom>
          <a:noFill/>
          <a:ln w="0">
            <a:noFill/>
          </a:ln>
        </p:spPr>
        <p:txBody>
          <a:bodyPr lIns="0" tIns="0" rIns="0" bIns="0"/>
          <a:lstStyle>
            <a:defPPr>
              <a:defRPr sz="1575" b="0">
                <a:solidFill>
                  <a:srgbClr val="002D4C"/>
                </a:solidFill>
                <a:latin typeface="Arial"/>
                <a:ea typeface="Arial"/>
                <a:cs typeface="Arial"/>
              </a:defRPr>
            </a:defPPr>
            <a:lvl1pPr>
              <a:defRPr sz="1575" b="0">
                <a:solidFill>
                  <a:srgbClr val="002D4C"/>
                </a:solidFill>
                <a:latin typeface="Arial"/>
                <a:ea typeface="Arial"/>
                <a:cs typeface="Arial"/>
              </a:defRPr>
            </a:lvl1pPr>
            <a:lvl2pPr>
              <a:defRPr sz="1575" b="0">
                <a:solidFill>
                  <a:srgbClr val="002D4C"/>
                </a:solidFill>
                <a:latin typeface="Arial"/>
                <a:ea typeface="Arial"/>
                <a:cs typeface="Arial"/>
              </a:defRPr>
            </a:lvl2pPr>
            <a:lvl3pPr>
              <a:defRPr sz="1575" b="0">
                <a:solidFill>
                  <a:srgbClr val="002D4C"/>
                </a:solidFill>
                <a:latin typeface="Arial"/>
                <a:ea typeface="Arial"/>
                <a:cs typeface="Arial"/>
              </a:defRPr>
            </a:lvl3pPr>
            <a:lvl4pPr>
              <a:defRPr sz="1575" b="0">
                <a:solidFill>
                  <a:srgbClr val="002D4C"/>
                </a:solidFill>
                <a:latin typeface="Arial"/>
                <a:ea typeface="Arial"/>
                <a:cs typeface="Arial"/>
              </a:defRPr>
            </a:lvl4pPr>
            <a:lvl5pPr>
              <a:defRPr sz="1575" b="0">
                <a:solidFill>
                  <a:srgbClr val="002D4C"/>
                </a:solidFill>
                <a:latin typeface="Arial"/>
                <a:ea typeface="Arial"/>
                <a:cs typeface="Arial"/>
              </a:defRPr>
            </a:lvl5pPr>
            <a:lvl6pPr>
              <a:defRPr sz="1575" b="0">
                <a:solidFill>
                  <a:srgbClr val="002D4C"/>
                </a:solidFill>
                <a:latin typeface="Arial"/>
                <a:ea typeface="Arial"/>
                <a:cs typeface="Arial"/>
              </a:defRPr>
            </a:lvl6pPr>
            <a:lvl7pPr>
              <a:defRPr sz="1575" b="0">
                <a:solidFill>
                  <a:srgbClr val="002D4C"/>
                </a:solidFill>
                <a:latin typeface="Arial"/>
                <a:ea typeface="Arial"/>
                <a:cs typeface="Arial"/>
              </a:defRPr>
            </a:lvl7pPr>
            <a:lvl8pPr>
              <a:defRPr sz="1575" b="0">
                <a:solidFill>
                  <a:srgbClr val="002D4C"/>
                </a:solidFill>
                <a:latin typeface="Arial"/>
                <a:ea typeface="Arial"/>
                <a:cs typeface="Arial"/>
              </a:defRPr>
            </a:lvl8pPr>
            <a:lvl9pPr>
              <a:defRPr sz="1575" b="0">
                <a:solidFill>
                  <a:srgbClr val="002D4C"/>
                </a:solidFill>
                <a:latin typeface="Arial"/>
                <a:ea typeface="Arial"/>
                <a:cs typeface="Arial"/>
              </a:defRPr>
            </a:lvl9pPr>
          </a:lstStyle>
          <a:p>
            <a:pPr>
              <a:defRPr sz="1575" b="0">
                <a:solidFill>
                  <a:srgbClr val="002D4C"/>
                </a:solidFill>
                <a:latin typeface="Arial"/>
                <a:ea typeface="Arial"/>
                <a:cs typeface="Arial"/>
              </a:defRPr>
            </a:pPr>
            <a:r>
              <a:rPr sz="1575" b="1">
                <a:solidFill>
                  <a:srgbClr val="002D4C"/>
                </a:solidFill>
                <a:latin typeface="Arial"/>
                <a:ea typeface="Arial"/>
                <a:cs typeface="Arial"/>
              </a:rPr>
              <a:t>Targets Problems 2–5 ·</a:t>
            </a:r>
            <a:r>
              <a:rPr sz="1575" b="0">
                <a:solidFill>
                  <a:srgbClr val="002D4C"/>
                </a:solidFill>
                <a:latin typeface="Arial"/>
                <a:ea typeface="Arial"/>
                <a:cs typeface="Arial"/>
              </a:rPr>
              <a:t> Answers not backed by matching evidence</a:t>
            </a:r>
          </a:p>
        </p:txBody>
      </p:sp>
      <p:sp>
        <p:nvSpPr>
          <p:cNvPr id="12" name="">
            <a:extLst/>
          </p:cNvPr>
          <p:cNvSpPr>
            <a:spLocks noGrp="1"/>
          </p:cNvSpPr>
          <p:nvPr/>
        </p:nvSpPr>
        <p:spPr>
          <a:xfrm>
            <a:off x="590550" y="2838450"/>
            <a:ext cx="10763250" cy="323850"/>
          </a:xfrm>
          <a:prstGeom prst="rect">
            <a:avLst/>
          </a:prstGeom>
          <a:noFill/>
          <a:ln w="0">
            <a:noFill/>
          </a:ln>
        </p:spPr>
        <p:txBody>
          <a:bodyPr lIns="0" tIns="0" rIns="0" bIns="0"/>
          <a:lstStyle>
            <a:defPPr>
              <a:defRPr sz="1875" b="1">
                <a:solidFill>
                  <a:srgbClr val="002D4C"/>
                </a:solidFill>
                <a:latin typeface="Arial"/>
                <a:ea typeface="Arial"/>
                <a:cs typeface="Arial"/>
              </a:defRPr>
            </a:defPPr>
            <a:lvl1pPr>
              <a:defRPr sz="1875" b="1">
                <a:solidFill>
                  <a:srgbClr val="002D4C"/>
                </a:solidFill>
                <a:latin typeface="Arial"/>
                <a:ea typeface="Arial"/>
                <a:cs typeface="Arial"/>
              </a:defRPr>
            </a:lvl1pPr>
            <a:lvl2pPr>
              <a:defRPr sz="1875" b="1">
                <a:solidFill>
                  <a:srgbClr val="002D4C"/>
                </a:solidFill>
                <a:latin typeface="Arial"/>
                <a:ea typeface="Arial"/>
                <a:cs typeface="Arial"/>
              </a:defRPr>
            </a:lvl2pPr>
            <a:lvl3pPr>
              <a:defRPr sz="1875" b="1">
                <a:solidFill>
                  <a:srgbClr val="002D4C"/>
                </a:solidFill>
                <a:latin typeface="Arial"/>
                <a:ea typeface="Arial"/>
                <a:cs typeface="Arial"/>
              </a:defRPr>
            </a:lvl3pPr>
            <a:lvl4pPr>
              <a:defRPr sz="1875" b="1">
                <a:solidFill>
                  <a:srgbClr val="002D4C"/>
                </a:solidFill>
                <a:latin typeface="Arial"/>
                <a:ea typeface="Arial"/>
                <a:cs typeface="Arial"/>
              </a:defRPr>
            </a:lvl4pPr>
            <a:lvl5pPr>
              <a:defRPr sz="1875" b="1">
                <a:solidFill>
                  <a:srgbClr val="002D4C"/>
                </a:solidFill>
                <a:latin typeface="Arial"/>
                <a:ea typeface="Arial"/>
                <a:cs typeface="Arial"/>
              </a:defRPr>
            </a:lvl5pPr>
            <a:lvl6pPr>
              <a:defRPr sz="1875" b="1">
                <a:solidFill>
                  <a:srgbClr val="002D4C"/>
                </a:solidFill>
                <a:latin typeface="Arial"/>
                <a:ea typeface="Arial"/>
                <a:cs typeface="Arial"/>
              </a:defRPr>
            </a:lvl6pPr>
            <a:lvl7pPr>
              <a:defRPr sz="1875" b="1">
                <a:solidFill>
                  <a:srgbClr val="002D4C"/>
                </a:solidFill>
                <a:latin typeface="Arial"/>
                <a:ea typeface="Arial"/>
                <a:cs typeface="Arial"/>
              </a:defRPr>
            </a:lvl7pPr>
            <a:lvl8pPr>
              <a:defRPr sz="1875" b="1">
                <a:solidFill>
                  <a:srgbClr val="002D4C"/>
                </a:solidFill>
                <a:latin typeface="Arial"/>
                <a:ea typeface="Arial"/>
                <a:cs typeface="Arial"/>
              </a:defRPr>
            </a:lvl8pPr>
            <a:lvl9pPr>
              <a:defRPr sz="1875" b="1">
                <a:solidFill>
                  <a:srgbClr val="002D4C"/>
                </a:solidFill>
                <a:latin typeface="Arial"/>
                <a:ea typeface="Arial"/>
                <a:cs typeface="Arial"/>
              </a:defRPr>
            </a:lvl9pPr>
          </a:lstStyle>
          <a:p>
            <a:pPr>
              <a:defRPr sz="1875" b="1">
                <a:solidFill>
                  <a:srgbClr val="002D4C"/>
                </a:solidFill>
                <a:latin typeface="Arial"/>
                <a:ea typeface="Arial"/>
                <a:cs typeface="Arial"/>
              </a:defRPr>
            </a:pPr>
            <a:r>
              <a:rPr sz="1875" b="1">
                <a:solidFill>
                  <a:srgbClr val="002D4C"/>
                </a:solidFill>
                <a:latin typeface="Arial"/>
                <a:ea typeface="Arial"/>
                <a:cs typeface="Arial"/>
              </a:rPr>
              <a:t>4. Knowledge Use Policy</a:t>
            </a:r>
          </a:p>
        </p:txBody>
      </p:sp>
      <p:sp>
        <p:nvSpPr>
          <p:cNvPr id="13" name="">
            <a:extLst/>
          </p:cNvPr>
          <p:cNvSpPr>
            <a:spLocks noGrp="1"/>
          </p:cNvSpPr>
          <p:nvPr/>
        </p:nvSpPr>
        <p:spPr>
          <a:xfrm>
            <a:off x="590550" y="3219450"/>
            <a:ext cx="10668000" cy="495300"/>
          </a:xfrm>
          <a:prstGeom prst="rect">
            <a:avLst/>
          </a:prstGeom>
          <a:noFill/>
          <a:ln w="0">
            <a:noFill/>
          </a:ln>
        </p:spPr>
        <p:txBody>
          <a:bodyPr lIns="0" tIns="0" rIns="0" bIns="0"/>
          <a:lstStyle>
            <a:defPPr>
              <a:defRPr sz="1650" b="0">
                <a:solidFill>
                  <a:srgbClr val="002D4C"/>
                </a:solidFill>
                <a:latin typeface="Arial"/>
                <a:ea typeface="Arial"/>
                <a:cs typeface="Arial"/>
              </a:defRPr>
            </a:defPPr>
            <a:lvl1pPr>
              <a:defRPr sz="1650" b="0">
                <a:solidFill>
                  <a:srgbClr val="002D4C"/>
                </a:solidFill>
                <a:latin typeface="Arial"/>
                <a:ea typeface="Arial"/>
                <a:cs typeface="Arial"/>
              </a:defRPr>
            </a:lvl1pPr>
            <a:lvl2pPr>
              <a:defRPr sz="1650" b="0">
                <a:solidFill>
                  <a:srgbClr val="002D4C"/>
                </a:solidFill>
                <a:latin typeface="Arial"/>
                <a:ea typeface="Arial"/>
                <a:cs typeface="Arial"/>
              </a:defRPr>
            </a:lvl2pPr>
            <a:lvl3pPr>
              <a:defRPr sz="1650" b="0">
                <a:solidFill>
                  <a:srgbClr val="002D4C"/>
                </a:solidFill>
                <a:latin typeface="Arial"/>
                <a:ea typeface="Arial"/>
                <a:cs typeface="Arial"/>
              </a:defRPr>
            </a:lvl3pPr>
            <a:lvl4pPr>
              <a:defRPr sz="1650" b="0">
                <a:solidFill>
                  <a:srgbClr val="002D4C"/>
                </a:solidFill>
                <a:latin typeface="Arial"/>
                <a:ea typeface="Arial"/>
                <a:cs typeface="Arial"/>
              </a:defRPr>
            </a:lvl4pPr>
            <a:lvl5pPr>
              <a:defRPr sz="1650" b="0">
                <a:solidFill>
                  <a:srgbClr val="002D4C"/>
                </a:solidFill>
                <a:latin typeface="Arial"/>
                <a:ea typeface="Arial"/>
                <a:cs typeface="Arial"/>
              </a:defRPr>
            </a:lvl5pPr>
            <a:lvl6pPr>
              <a:defRPr sz="1650" b="0">
                <a:solidFill>
                  <a:srgbClr val="002D4C"/>
                </a:solidFill>
                <a:latin typeface="Arial"/>
                <a:ea typeface="Arial"/>
                <a:cs typeface="Arial"/>
              </a:defRPr>
            </a:lvl6pPr>
            <a:lvl7pPr>
              <a:defRPr sz="1650" b="0">
                <a:solidFill>
                  <a:srgbClr val="002D4C"/>
                </a:solidFill>
                <a:latin typeface="Arial"/>
                <a:ea typeface="Arial"/>
                <a:cs typeface="Arial"/>
              </a:defRPr>
            </a:lvl7pPr>
            <a:lvl8pPr>
              <a:defRPr sz="1650" b="0">
                <a:solidFill>
                  <a:srgbClr val="002D4C"/>
                </a:solidFill>
                <a:latin typeface="Arial"/>
                <a:ea typeface="Arial"/>
                <a:cs typeface="Arial"/>
              </a:defRPr>
            </a:lvl8pPr>
            <a:lvl9pPr>
              <a:defRPr sz="1650" b="0">
                <a:solidFill>
                  <a:srgbClr val="002D4C"/>
                </a:solidFill>
                <a:latin typeface="Arial"/>
                <a:ea typeface="Arial"/>
                <a:cs typeface="Arial"/>
              </a:defRPr>
            </a:lvl9pPr>
          </a:lstStyle>
          <a:p>
            <a:pPr>
              <a:defRPr sz="1650" b="0">
                <a:solidFill>
                  <a:srgbClr val="002D4C"/>
                </a:solidFill>
                <a:latin typeface="Arial"/>
                <a:ea typeface="Arial"/>
                <a:cs typeface="Arial"/>
              </a:defRPr>
            </a:pPr>
            <a:r>
              <a:rPr sz="1650" b="0">
                <a:solidFill>
                  <a:srgbClr val="002D4C"/>
                </a:solidFill>
                <a:latin typeface="Arial"/>
                <a:ea typeface="Arial"/>
                <a:cs typeface="Arial"/>
              </a:rPr>
              <a:t>A setting for each dataset decides which evidence types can support an answer: strict evidence mode for GTSQA and GTSQA_UA, commonsense-enhanced mode for CRLT. A guess never counts as evidence.</a:t>
            </a:r>
          </a:p>
        </p:txBody>
      </p:sp>
      <p:sp>
        <p:nvSpPr>
          <p:cNvPr id="14" name="">
            <a:extLst/>
          </p:cNvPr>
          <p:cNvSpPr>
            <a:spLocks noGrp="1"/>
          </p:cNvSpPr>
          <p:nvPr/>
        </p:nvSpPr>
        <p:spPr>
          <a:xfrm>
            <a:off x="590550" y="3771900"/>
            <a:ext cx="10668000" cy="276225"/>
          </a:xfrm>
          <a:prstGeom prst="rect">
            <a:avLst/>
          </a:prstGeom>
          <a:noFill/>
          <a:ln w="0">
            <a:noFill/>
          </a:ln>
        </p:spPr>
        <p:txBody>
          <a:bodyPr lIns="0" tIns="0" rIns="0" bIns="0"/>
          <a:lstStyle>
            <a:defPPr>
              <a:defRPr sz="1575" b="0">
                <a:solidFill>
                  <a:srgbClr val="002D4C"/>
                </a:solidFill>
                <a:latin typeface="Arial"/>
                <a:ea typeface="Arial"/>
                <a:cs typeface="Arial"/>
              </a:defRPr>
            </a:defPPr>
            <a:lvl1pPr>
              <a:defRPr sz="1575" b="0">
                <a:solidFill>
                  <a:srgbClr val="002D4C"/>
                </a:solidFill>
                <a:latin typeface="Arial"/>
                <a:ea typeface="Arial"/>
                <a:cs typeface="Arial"/>
              </a:defRPr>
            </a:lvl1pPr>
            <a:lvl2pPr>
              <a:defRPr sz="1575" b="0">
                <a:solidFill>
                  <a:srgbClr val="002D4C"/>
                </a:solidFill>
                <a:latin typeface="Arial"/>
                <a:ea typeface="Arial"/>
                <a:cs typeface="Arial"/>
              </a:defRPr>
            </a:lvl2pPr>
            <a:lvl3pPr>
              <a:defRPr sz="1575" b="0">
                <a:solidFill>
                  <a:srgbClr val="002D4C"/>
                </a:solidFill>
                <a:latin typeface="Arial"/>
                <a:ea typeface="Arial"/>
                <a:cs typeface="Arial"/>
              </a:defRPr>
            </a:lvl3pPr>
            <a:lvl4pPr>
              <a:defRPr sz="1575" b="0">
                <a:solidFill>
                  <a:srgbClr val="002D4C"/>
                </a:solidFill>
                <a:latin typeface="Arial"/>
                <a:ea typeface="Arial"/>
                <a:cs typeface="Arial"/>
              </a:defRPr>
            </a:lvl4pPr>
            <a:lvl5pPr>
              <a:defRPr sz="1575" b="0">
                <a:solidFill>
                  <a:srgbClr val="002D4C"/>
                </a:solidFill>
                <a:latin typeface="Arial"/>
                <a:ea typeface="Arial"/>
                <a:cs typeface="Arial"/>
              </a:defRPr>
            </a:lvl5pPr>
            <a:lvl6pPr>
              <a:defRPr sz="1575" b="0">
                <a:solidFill>
                  <a:srgbClr val="002D4C"/>
                </a:solidFill>
                <a:latin typeface="Arial"/>
                <a:ea typeface="Arial"/>
                <a:cs typeface="Arial"/>
              </a:defRPr>
            </a:lvl6pPr>
            <a:lvl7pPr>
              <a:defRPr sz="1575" b="0">
                <a:solidFill>
                  <a:srgbClr val="002D4C"/>
                </a:solidFill>
                <a:latin typeface="Arial"/>
                <a:ea typeface="Arial"/>
                <a:cs typeface="Arial"/>
              </a:defRPr>
            </a:lvl7pPr>
            <a:lvl8pPr>
              <a:defRPr sz="1575" b="0">
                <a:solidFill>
                  <a:srgbClr val="002D4C"/>
                </a:solidFill>
                <a:latin typeface="Arial"/>
                <a:ea typeface="Arial"/>
                <a:cs typeface="Arial"/>
              </a:defRPr>
            </a:lvl8pPr>
            <a:lvl9pPr>
              <a:defRPr sz="1575" b="0">
                <a:solidFill>
                  <a:srgbClr val="002D4C"/>
                </a:solidFill>
                <a:latin typeface="Arial"/>
                <a:ea typeface="Arial"/>
                <a:cs typeface="Arial"/>
              </a:defRPr>
            </a:lvl9pPr>
          </a:lstStyle>
          <a:p>
            <a:pPr>
              <a:defRPr sz="1575" b="0">
                <a:solidFill>
                  <a:srgbClr val="002D4C"/>
                </a:solidFill>
                <a:latin typeface="Arial"/>
                <a:ea typeface="Arial"/>
                <a:cs typeface="Arial"/>
              </a:defRPr>
            </a:pPr>
            <a:r>
              <a:rPr sz="1575" b="1">
                <a:solidFill>
                  <a:srgbClr val="002D4C"/>
                </a:solidFill>
                <a:latin typeface="Arial"/>
                <a:ea typeface="Arial"/>
                <a:cs typeface="Arial"/>
              </a:rPr>
              <a:t>Targets Problem 4 ·</a:t>
            </a:r>
            <a:r>
              <a:rPr sz="1575" b="0">
                <a:solidFill>
                  <a:srgbClr val="002D4C"/>
                </a:solidFill>
                <a:latin typeface="Arial"/>
                <a:ea typeface="Arial"/>
                <a:cs typeface="Arial"/>
              </a:rPr>
              <a:t> No consistent rule for answering or refusing</a:t>
            </a:r>
          </a:p>
        </p:txBody>
      </p:sp>
      <p:sp>
        <p:nvSpPr>
          <p:cNvPr id="16" name="">
            <a:extLst/>
          </p:cNvPr>
          <p:cNvSpPr>
            <a:spLocks noGrp="1"/>
          </p:cNvSpPr>
          <p:nvPr/>
        </p:nvSpPr>
        <p:spPr>
          <a:xfrm>
            <a:off x="590550" y="4581525"/>
            <a:ext cx="10763250" cy="323850"/>
          </a:xfrm>
          <a:prstGeom prst="rect">
            <a:avLst/>
          </a:prstGeom>
          <a:noFill/>
          <a:ln w="0">
            <a:noFill/>
          </a:ln>
        </p:spPr>
        <p:txBody>
          <a:bodyPr lIns="0" tIns="0" rIns="0" bIns="0"/>
          <a:lstStyle>
            <a:defPPr>
              <a:defRPr sz="1875" b="1">
                <a:solidFill>
                  <a:srgbClr val="002D4C"/>
                </a:solidFill>
                <a:latin typeface="Arial"/>
                <a:ea typeface="Arial"/>
                <a:cs typeface="Arial"/>
              </a:defRPr>
            </a:defPPr>
            <a:lvl1pPr>
              <a:defRPr sz="1875" b="1">
                <a:solidFill>
                  <a:srgbClr val="002D4C"/>
                </a:solidFill>
                <a:latin typeface="Arial"/>
                <a:ea typeface="Arial"/>
                <a:cs typeface="Arial"/>
              </a:defRPr>
            </a:lvl1pPr>
            <a:lvl2pPr>
              <a:defRPr sz="1875" b="1">
                <a:solidFill>
                  <a:srgbClr val="002D4C"/>
                </a:solidFill>
                <a:latin typeface="Arial"/>
                <a:ea typeface="Arial"/>
                <a:cs typeface="Arial"/>
              </a:defRPr>
            </a:lvl2pPr>
            <a:lvl3pPr>
              <a:defRPr sz="1875" b="1">
                <a:solidFill>
                  <a:srgbClr val="002D4C"/>
                </a:solidFill>
                <a:latin typeface="Arial"/>
                <a:ea typeface="Arial"/>
                <a:cs typeface="Arial"/>
              </a:defRPr>
            </a:lvl3pPr>
            <a:lvl4pPr>
              <a:defRPr sz="1875" b="1">
                <a:solidFill>
                  <a:srgbClr val="002D4C"/>
                </a:solidFill>
                <a:latin typeface="Arial"/>
                <a:ea typeface="Arial"/>
                <a:cs typeface="Arial"/>
              </a:defRPr>
            </a:lvl4pPr>
            <a:lvl5pPr>
              <a:defRPr sz="1875" b="1">
                <a:solidFill>
                  <a:srgbClr val="002D4C"/>
                </a:solidFill>
                <a:latin typeface="Arial"/>
                <a:ea typeface="Arial"/>
                <a:cs typeface="Arial"/>
              </a:defRPr>
            </a:lvl5pPr>
            <a:lvl6pPr>
              <a:defRPr sz="1875" b="1">
                <a:solidFill>
                  <a:srgbClr val="002D4C"/>
                </a:solidFill>
                <a:latin typeface="Arial"/>
                <a:ea typeface="Arial"/>
                <a:cs typeface="Arial"/>
              </a:defRPr>
            </a:lvl6pPr>
            <a:lvl7pPr>
              <a:defRPr sz="1875" b="1">
                <a:solidFill>
                  <a:srgbClr val="002D4C"/>
                </a:solidFill>
                <a:latin typeface="Arial"/>
                <a:ea typeface="Arial"/>
                <a:cs typeface="Arial"/>
              </a:defRPr>
            </a:lvl7pPr>
            <a:lvl8pPr>
              <a:defRPr sz="1875" b="1">
                <a:solidFill>
                  <a:srgbClr val="002D4C"/>
                </a:solidFill>
                <a:latin typeface="Arial"/>
                <a:ea typeface="Arial"/>
                <a:cs typeface="Arial"/>
              </a:defRPr>
            </a:lvl8pPr>
            <a:lvl9pPr>
              <a:defRPr sz="1875" b="1">
                <a:solidFill>
                  <a:srgbClr val="002D4C"/>
                </a:solidFill>
                <a:latin typeface="Arial"/>
                <a:ea typeface="Arial"/>
                <a:cs typeface="Arial"/>
              </a:defRPr>
            </a:lvl9pPr>
          </a:lstStyle>
          <a:p>
            <a:pPr>
              <a:defRPr sz="1875" b="1">
                <a:solidFill>
                  <a:srgbClr val="002D4C"/>
                </a:solidFill>
                <a:latin typeface="Arial"/>
                <a:ea typeface="Arial"/>
                <a:cs typeface="Arial"/>
              </a:defRPr>
            </a:pPr>
            <a:r>
              <a:rPr sz="1875" b="1">
                <a:solidFill>
                  <a:srgbClr val="002D4C"/>
                </a:solidFill>
                <a:latin typeface="Arial"/>
                <a:ea typeface="Arial"/>
                <a:cs typeface="Arial"/>
              </a:rPr>
              <a:t>5. Answer Basis in the Execution Record</a:t>
            </a:r>
          </a:p>
        </p:txBody>
      </p:sp>
      <p:sp>
        <p:nvSpPr>
          <p:cNvPr id="17" name="">
            <a:extLst/>
          </p:cNvPr>
          <p:cNvSpPr>
            <a:spLocks noGrp="1"/>
          </p:cNvSpPr>
          <p:nvPr/>
        </p:nvSpPr>
        <p:spPr>
          <a:xfrm>
            <a:off x="590550" y="4962525"/>
            <a:ext cx="10668000" cy="495300"/>
          </a:xfrm>
          <a:prstGeom prst="rect">
            <a:avLst/>
          </a:prstGeom>
          <a:noFill/>
          <a:ln w="0">
            <a:noFill/>
          </a:ln>
        </p:spPr>
        <p:txBody>
          <a:bodyPr lIns="0" tIns="0" rIns="0" bIns="0"/>
          <a:lstStyle>
            <a:defPPr>
              <a:defRPr sz="1650" b="0">
                <a:solidFill>
                  <a:srgbClr val="002D4C"/>
                </a:solidFill>
                <a:latin typeface="Arial"/>
                <a:ea typeface="Arial"/>
                <a:cs typeface="Arial"/>
              </a:defRPr>
            </a:defPPr>
            <a:lvl1pPr>
              <a:defRPr sz="1650" b="0">
                <a:solidFill>
                  <a:srgbClr val="002D4C"/>
                </a:solidFill>
                <a:latin typeface="Arial"/>
                <a:ea typeface="Arial"/>
                <a:cs typeface="Arial"/>
              </a:defRPr>
            </a:lvl1pPr>
            <a:lvl2pPr>
              <a:defRPr sz="1650" b="0">
                <a:solidFill>
                  <a:srgbClr val="002D4C"/>
                </a:solidFill>
                <a:latin typeface="Arial"/>
                <a:ea typeface="Arial"/>
                <a:cs typeface="Arial"/>
              </a:defRPr>
            </a:lvl2pPr>
            <a:lvl3pPr>
              <a:defRPr sz="1650" b="0">
                <a:solidFill>
                  <a:srgbClr val="002D4C"/>
                </a:solidFill>
                <a:latin typeface="Arial"/>
                <a:ea typeface="Arial"/>
                <a:cs typeface="Arial"/>
              </a:defRPr>
            </a:lvl3pPr>
            <a:lvl4pPr>
              <a:defRPr sz="1650" b="0">
                <a:solidFill>
                  <a:srgbClr val="002D4C"/>
                </a:solidFill>
                <a:latin typeface="Arial"/>
                <a:ea typeface="Arial"/>
                <a:cs typeface="Arial"/>
              </a:defRPr>
            </a:lvl4pPr>
            <a:lvl5pPr>
              <a:defRPr sz="1650" b="0">
                <a:solidFill>
                  <a:srgbClr val="002D4C"/>
                </a:solidFill>
                <a:latin typeface="Arial"/>
                <a:ea typeface="Arial"/>
                <a:cs typeface="Arial"/>
              </a:defRPr>
            </a:lvl5pPr>
            <a:lvl6pPr>
              <a:defRPr sz="1650" b="0">
                <a:solidFill>
                  <a:srgbClr val="002D4C"/>
                </a:solidFill>
                <a:latin typeface="Arial"/>
                <a:ea typeface="Arial"/>
                <a:cs typeface="Arial"/>
              </a:defRPr>
            </a:lvl6pPr>
            <a:lvl7pPr>
              <a:defRPr sz="1650" b="0">
                <a:solidFill>
                  <a:srgbClr val="002D4C"/>
                </a:solidFill>
                <a:latin typeface="Arial"/>
                <a:ea typeface="Arial"/>
                <a:cs typeface="Arial"/>
              </a:defRPr>
            </a:lvl7pPr>
            <a:lvl8pPr>
              <a:defRPr sz="1650" b="0">
                <a:solidFill>
                  <a:srgbClr val="002D4C"/>
                </a:solidFill>
                <a:latin typeface="Arial"/>
                <a:ea typeface="Arial"/>
                <a:cs typeface="Arial"/>
              </a:defRPr>
            </a:lvl8pPr>
            <a:lvl9pPr>
              <a:defRPr sz="1650" b="0">
                <a:solidFill>
                  <a:srgbClr val="002D4C"/>
                </a:solidFill>
                <a:latin typeface="Arial"/>
                <a:ea typeface="Arial"/>
                <a:cs typeface="Arial"/>
              </a:defRPr>
            </a:lvl9pPr>
          </a:lstStyle>
          <a:p>
            <a:pPr>
              <a:defRPr sz="1650" b="0">
                <a:solidFill>
                  <a:srgbClr val="002D4C"/>
                </a:solidFill>
                <a:latin typeface="Arial"/>
                <a:ea typeface="Arial"/>
                <a:cs typeface="Arial"/>
              </a:defRPr>
            </a:pPr>
            <a:r>
              <a:rPr sz="1650" b="0">
                <a:solidFill>
                  <a:srgbClr val="002D4C"/>
                </a:solidFill>
                <a:latin typeface="Arial"/>
                <a:ea typeface="Arial"/>
                <a:cs typeface="Arial"/>
              </a:rPr>
              <a:t>After answering, the agent labels what the final answer relies on: kg_supported, background_supported, or mixed.</a:t>
            </a:r>
          </a:p>
        </p:txBody>
      </p:sp>
      <p:sp>
        <p:nvSpPr>
          <p:cNvPr id="18" name="">
            <a:extLst/>
          </p:cNvPr>
          <p:cNvSpPr>
            <a:spLocks noGrp="1"/>
          </p:cNvSpPr>
          <p:nvPr/>
        </p:nvSpPr>
        <p:spPr>
          <a:xfrm>
            <a:off x="590550" y="5514975"/>
            <a:ext cx="10668000" cy="276225"/>
          </a:xfrm>
          <a:prstGeom prst="rect">
            <a:avLst/>
          </a:prstGeom>
          <a:noFill/>
          <a:ln w="0">
            <a:noFill/>
          </a:ln>
        </p:spPr>
        <p:txBody>
          <a:bodyPr lIns="0" tIns="0" rIns="0" bIns="0"/>
          <a:lstStyle>
            <a:defPPr>
              <a:defRPr sz="1575" b="0">
                <a:solidFill>
                  <a:srgbClr val="002D4C"/>
                </a:solidFill>
                <a:latin typeface="Arial"/>
                <a:ea typeface="Arial"/>
                <a:cs typeface="Arial"/>
              </a:defRPr>
            </a:defPPr>
            <a:lvl1pPr>
              <a:defRPr sz="1575" b="0">
                <a:solidFill>
                  <a:srgbClr val="002D4C"/>
                </a:solidFill>
                <a:latin typeface="Arial"/>
                <a:ea typeface="Arial"/>
                <a:cs typeface="Arial"/>
              </a:defRPr>
            </a:lvl1pPr>
            <a:lvl2pPr>
              <a:defRPr sz="1575" b="0">
                <a:solidFill>
                  <a:srgbClr val="002D4C"/>
                </a:solidFill>
                <a:latin typeface="Arial"/>
                <a:ea typeface="Arial"/>
                <a:cs typeface="Arial"/>
              </a:defRPr>
            </a:lvl2pPr>
            <a:lvl3pPr>
              <a:defRPr sz="1575" b="0">
                <a:solidFill>
                  <a:srgbClr val="002D4C"/>
                </a:solidFill>
                <a:latin typeface="Arial"/>
                <a:ea typeface="Arial"/>
                <a:cs typeface="Arial"/>
              </a:defRPr>
            </a:lvl3pPr>
            <a:lvl4pPr>
              <a:defRPr sz="1575" b="0">
                <a:solidFill>
                  <a:srgbClr val="002D4C"/>
                </a:solidFill>
                <a:latin typeface="Arial"/>
                <a:ea typeface="Arial"/>
                <a:cs typeface="Arial"/>
              </a:defRPr>
            </a:lvl4pPr>
            <a:lvl5pPr>
              <a:defRPr sz="1575" b="0">
                <a:solidFill>
                  <a:srgbClr val="002D4C"/>
                </a:solidFill>
                <a:latin typeface="Arial"/>
                <a:ea typeface="Arial"/>
                <a:cs typeface="Arial"/>
              </a:defRPr>
            </a:lvl5pPr>
            <a:lvl6pPr>
              <a:defRPr sz="1575" b="0">
                <a:solidFill>
                  <a:srgbClr val="002D4C"/>
                </a:solidFill>
                <a:latin typeface="Arial"/>
                <a:ea typeface="Arial"/>
                <a:cs typeface="Arial"/>
              </a:defRPr>
            </a:lvl6pPr>
            <a:lvl7pPr>
              <a:defRPr sz="1575" b="0">
                <a:solidFill>
                  <a:srgbClr val="002D4C"/>
                </a:solidFill>
                <a:latin typeface="Arial"/>
                <a:ea typeface="Arial"/>
                <a:cs typeface="Arial"/>
              </a:defRPr>
            </a:lvl7pPr>
            <a:lvl8pPr>
              <a:defRPr sz="1575" b="0">
                <a:solidFill>
                  <a:srgbClr val="002D4C"/>
                </a:solidFill>
                <a:latin typeface="Arial"/>
                <a:ea typeface="Arial"/>
                <a:cs typeface="Arial"/>
              </a:defRPr>
            </a:lvl8pPr>
            <a:lvl9pPr>
              <a:defRPr sz="1575" b="0">
                <a:solidFill>
                  <a:srgbClr val="002D4C"/>
                </a:solidFill>
                <a:latin typeface="Arial"/>
                <a:ea typeface="Arial"/>
                <a:cs typeface="Arial"/>
              </a:defRPr>
            </a:lvl9pPr>
          </a:lstStyle>
          <a:p>
            <a:pPr>
              <a:defRPr sz="1575" b="0">
                <a:solidFill>
                  <a:srgbClr val="002D4C"/>
                </a:solidFill>
                <a:latin typeface="Arial"/>
                <a:ea typeface="Arial"/>
                <a:cs typeface="Arial"/>
              </a:defRPr>
            </a:pPr>
            <a:r>
              <a:rPr sz="1575" b="1">
                <a:solidFill>
                  <a:srgbClr val="002D4C"/>
                </a:solidFill>
                <a:latin typeface="Arial"/>
                <a:ea typeface="Arial"/>
                <a:cs typeface="Arial"/>
              </a:rPr>
              <a:t>Supports evaluation ·</a:t>
            </a:r>
            <a:r>
              <a:rPr sz="1575" b="0">
                <a:solidFill>
                  <a:srgbClr val="002D4C"/>
                </a:solidFill>
                <a:latin typeface="Arial"/>
                <a:ea typeface="Arial"/>
                <a:cs typeface="Arial"/>
              </a:rPr>
              <a:t> Shows what each answer relies 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
            <a:extLst/>
          </p:cNvPr>
          <p:cNvSpPr>
            <a:spLocks noGrp="1"/>
          </p:cNvSpPr>
          <p:nvPr/>
        </p:nvSpPr>
        <p:spPr>
          <a:xfrm>
            <a:off x="0" y="0"/>
            <a:ext cx="171450" cy="6858000"/>
          </a:xfrm>
          <a:prstGeom prst="rect">
            <a:avLst/>
          </a:prstGeom>
          <a:solidFill>
            <a:srgbClr val="009682"/>
          </a:solidFill>
          <a:ln w="0">
            <a:noFill/>
          </a:ln>
        </p:spPr>
      </p:sp>
      <p:sp>
        <p:nvSpPr>
          <p:cNvPr id="2" name="">
            <a:extLst/>
          </p:cNvPr>
          <p:cNvSpPr>
            <a:spLocks noGrp="1"/>
          </p:cNvSpPr>
          <p:nvPr/>
        </p:nvSpPr>
        <p:spPr>
          <a:xfrm>
            <a:off x="590550" y="323850"/>
            <a:ext cx="11010900" cy="514350"/>
          </a:xfrm>
          <a:prstGeom prst="rect">
            <a:avLst/>
          </a:prstGeom>
          <a:noFill/>
          <a:ln w="0">
            <a:noFill/>
          </a:ln>
        </p:spPr>
        <p:txBody>
          <a:bodyPr lIns="0" tIns="0" rIns="0" bIns="0"/>
          <a:lstStyle>
            <a:defPPr>
              <a:defRPr sz="2550" b="0">
                <a:solidFill>
                  <a:srgbClr val="002D4C"/>
                </a:solidFill>
                <a:latin typeface="Franklin Gothic Medium"/>
                <a:ea typeface="Franklin Gothic Medium"/>
                <a:cs typeface="Franklin Gothic Medium"/>
              </a:defRPr>
            </a:defPPr>
            <a:lvl1pPr>
              <a:defRPr sz="2550" b="0">
                <a:solidFill>
                  <a:srgbClr val="002D4C"/>
                </a:solidFill>
                <a:latin typeface="Franklin Gothic Medium"/>
                <a:ea typeface="Franklin Gothic Medium"/>
                <a:cs typeface="Franklin Gothic Medium"/>
              </a:defRPr>
            </a:lvl1pPr>
            <a:lvl2pPr>
              <a:defRPr sz="2550" b="0">
                <a:solidFill>
                  <a:srgbClr val="002D4C"/>
                </a:solidFill>
                <a:latin typeface="Franklin Gothic Medium"/>
                <a:ea typeface="Franklin Gothic Medium"/>
                <a:cs typeface="Franklin Gothic Medium"/>
              </a:defRPr>
            </a:lvl2pPr>
            <a:lvl3pPr>
              <a:defRPr sz="2550" b="0">
                <a:solidFill>
                  <a:srgbClr val="002D4C"/>
                </a:solidFill>
                <a:latin typeface="Franklin Gothic Medium"/>
                <a:ea typeface="Franklin Gothic Medium"/>
                <a:cs typeface="Franklin Gothic Medium"/>
              </a:defRPr>
            </a:lvl3pPr>
            <a:lvl4pPr>
              <a:defRPr sz="2550" b="0">
                <a:solidFill>
                  <a:srgbClr val="002D4C"/>
                </a:solidFill>
                <a:latin typeface="Franklin Gothic Medium"/>
                <a:ea typeface="Franklin Gothic Medium"/>
                <a:cs typeface="Franklin Gothic Medium"/>
              </a:defRPr>
            </a:lvl4pPr>
            <a:lvl5pPr>
              <a:defRPr sz="2550" b="0">
                <a:solidFill>
                  <a:srgbClr val="002D4C"/>
                </a:solidFill>
                <a:latin typeface="Franklin Gothic Medium"/>
                <a:ea typeface="Franklin Gothic Medium"/>
                <a:cs typeface="Franklin Gothic Medium"/>
              </a:defRPr>
            </a:lvl5pPr>
            <a:lvl6pPr>
              <a:defRPr sz="2550" b="0">
                <a:solidFill>
                  <a:srgbClr val="002D4C"/>
                </a:solidFill>
                <a:latin typeface="Franklin Gothic Medium"/>
                <a:ea typeface="Franklin Gothic Medium"/>
                <a:cs typeface="Franklin Gothic Medium"/>
              </a:defRPr>
            </a:lvl6pPr>
            <a:lvl7pPr>
              <a:defRPr sz="2550" b="0">
                <a:solidFill>
                  <a:srgbClr val="002D4C"/>
                </a:solidFill>
                <a:latin typeface="Franklin Gothic Medium"/>
                <a:ea typeface="Franklin Gothic Medium"/>
                <a:cs typeface="Franklin Gothic Medium"/>
              </a:defRPr>
            </a:lvl7pPr>
            <a:lvl8pPr>
              <a:defRPr sz="2550" b="0">
                <a:solidFill>
                  <a:srgbClr val="002D4C"/>
                </a:solidFill>
                <a:latin typeface="Franklin Gothic Medium"/>
                <a:ea typeface="Franklin Gothic Medium"/>
                <a:cs typeface="Franklin Gothic Medium"/>
              </a:defRPr>
            </a:lvl8pPr>
            <a:lvl9pPr>
              <a:defRPr sz="2550" b="0">
                <a:solidFill>
                  <a:srgbClr val="002D4C"/>
                </a:solidFill>
                <a:latin typeface="Franklin Gothic Medium"/>
                <a:ea typeface="Franklin Gothic Medium"/>
                <a:cs typeface="Franklin Gothic Medium"/>
              </a:defRPr>
            </a:lvl9pPr>
          </a:lstStyle>
          <a:p>
            <a:pPr>
              <a:defRPr sz="2550" b="0">
                <a:solidFill>
                  <a:srgbClr val="002D4C"/>
                </a:solidFill>
                <a:latin typeface="Franklin Gothic Medium"/>
                <a:ea typeface="Franklin Gothic Medium"/>
                <a:cs typeface="Franklin Gothic Medium"/>
              </a:defRPr>
            </a:pPr>
            <a:r>
              <a:rPr sz="2550" b="0">
                <a:solidFill>
                  <a:srgbClr val="002D4C"/>
                </a:solidFill>
                <a:latin typeface="Franklin Gothic Medium"/>
                <a:ea typeface="Franklin Gothic Medium"/>
                <a:cs typeface="Franklin Gothic Medium"/>
              </a:rPr>
              <a:t>Core of ARK V2: The Exploration Record</a:t>
            </a:r>
          </a:p>
        </p:txBody>
      </p:sp>
      <p:sp>
        <p:nvSpPr>
          <p:cNvPr id="3" name="">
            <a:extLst/>
          </p:cNvPr>
          <p:cNvSpPr>
            <a:spLocks noGrp="1"/>
          </p:cNvSpPr>
          <p:nvPr/>
        </p:nvSpPr>
        <p:spPr>
          <a:xfrm>
            <a:off x="590550" y="6553200"/>
            <a:ext cx="6667500" cy="171450"/>
          </a:xfrm>
          <a:prstGeom prst="rect">
            <a:avLst/>
          </a:prstGeom>
          <a:noFill/>
          <a:ln w="0">
            <a:noFill/>
          </a:ln>
        </p:spPr>
        <p:txBody>
          <a:bodyPr lIns="0" tIns="0" rIns="0" bIns="0"/>
          <a:lstStyle>
            <a:defPPr>
              <a:defRPr sz="750" b="0">
                <a:solidFill>
                  <a:srgbClr val="768993"/>
                </a:solidFill>
                <a:latin typeface="Arial"/>
                <a:ea typeface="Arial"/>
                <a:cs typeface="Arial"/>
              </a:defRPr>
            </a:defPPr>
            <a:lvl1pPr>
              <a:defRPr sz="750" b="0">
                <a:solidFill>
                  <a:srgbClr val="768993"/>
                </a:solidFill>
                <a:latin typeface="Arial"/>
                <a:ea typeface="Arial"/>
                <a:cs typeface="Arial"/>
              </a:defRPr>
            </a:lvl1pPr>
            <a:lvl2pPr>
              <a:defRPr sz="750" b="0">
                <a:solidFill>
                  <a:srgbClr val="768993"/>
                </a:solidFill>
                <a:latin typeface="Arial"/>
                <a:ea typeface="Arial"/>
                <a:cs typeface="Arial"/>
              </a:defRPr>
            </a:lvl2pPr>
            <a:lvl3pPr>
              <a:defRPr sz="750" b="0">
                <a:solidFill>
                  <a:srgbClr val="768993"/>
                </a:solidFill>
                <a:latin typeface="Arial"/>
                <a:ea typeface="Arial"/>
                <a:cs typeface="Arial"/>
              </a:defRPr>
            </a:lvl3pPr>
            <a:lvl4pPr>
              <a:defRPr sz="750" b="0">
                <a:solidFill>
                  <a:srgbClr val="768993"/>
                </a:solidFill>
                <a:latin typeface="Arial"/>
                <a:ea typeface="Arial"/>
                <a:cs typeface="Arial"/>
              </a:defRPr>
            </a:lvl4pPr>
            <a:lvl5pPr>
              <a:defRPr sz="750" b="0">
                <a:solidFill>
                  <a:srgbClr val="768993"/>
                </a:solidFill>
                <a:latin typeface="Arial"/>
                <a:ea typeface="Arial"/>
                <a:cs typeface="Arial"/>
              </a:defRPr>
            </a:lvl5pPr>
            <a:lvl6pPr>
              <a:defRPr sz="750" b="0">
                <a:solidFill>
                  <a:srgbClr val="768993"/>
                </a:solidFill>
                <a:latin typeface="Arial"/>
                <a:ea typeface="Arial"/>
                <a:cs typeface="Arial"/>
              </a:defRPr>
            </a:lvl6pPr>
            <a:lvl7pPr>
              <a:defRPr sz="750" b="0">
                <a:solidFill>
                  <a:srgbClr val="768993"/>
                </a:solidFill>
                <a:latin typeface="Arial"/>
                <a:ea typeface="Arial"/>
                <a:cs typeface="Arial"/>
              </a:defRPr>
            </a:lvl7pPr>
            <a:lvl8pPr>
              <a:defRPr sz="750" b="0">
                <a:solidFill>
                  <a:srgbClr val="768993"/>
                </a:solidFill>
                <a:latin typeface="Arial"/>
                <a:ea typeface="Arial"/>
                <a:cs typeface="Arial"/>
              </a:defRPr>
            </a:lvl8pPr>
            <a:lvl9pPr>
              <a:defRPr sz="750" b="0">
                <a:solidFill>
                  <a:srgbClr val="768993"/>
                </a:solidFill>
                <a:latin typeface="Arial"/>
                <a:ea typeface="Arial"/>
                <a:cs typeface="Arial"/>
              </a:defRPr>
            </a:lvl9pPr>
          </a:lstStyle>
          <a:p>
            <a:pPr>
              <a:defRPr sz="750" b="0">
                <a:solidFill>
                  <a:srgbClr val="768993"/>
                </a:solidFill>
                <a:latin typeface="Arial"/>
                <a:ea typeface="Arial"/>
                <a:cs typeface="Arial"/>
              </a:defRPr>
            </a:pPr>
            <a:r>
              <a:rPr sz="750" b="0">
                <a:solidFill>
                  <a:srgbClr val="768993"/>
                </a:solidFill>
                <a:latin typeface="Arial"/>
                <a:ea typeface="Arial"/>
                <a:cs typeface="Arial"/>
              </a:rPr>
              <a:t>KG Agent Master Thesis · ARK V2 Design</a:t>
            </a:r>
          </a:p>
        </p:txBody>
      </p:sp>
      <p:sp>
        <p:nvSpPr>
          <p:cNvPr id="4" name="">
            <a:extLst/>
          </p:cNvPr>
          <p:cNvSpPr>
            <a:spLocks noGrp="1"/>
          </p:cNvSpPr>
          <p:nvPr/>
        </p:nvSpPr>
        <p:spPr>
          <a:xfrm>
            <a:off x="10668000" y="6553200"/>
            <a:ext cx="381000" cy="171450"/>
          </a:xfrm>
          <a:prstGeom prst="rect">
            <a:avLst/>
          </a:prstGeom>
          <a:noFill/>
          <a:ln w="0">
            <a:noFill/>
          </a:ln>
        </p:spPr>
        <p:txBody>
          <a:bodyPr lIns="0" tIns="0" rIns="0" bIns="0"/>
          <a:lstStyle>
            <a:defPPr>
              <a:defRPr sz="750" b="0">
                <a:solidFill>
                  <a:srgbClr val="768993"/>
                </a:solidFill>
                <a:latin typeface="Arial"/>
                <a:ea typeface="Arial"/>
                <a:cs typeface="Arial"/>
              </a:defRPr>
            </a:defPPr>
            <a:lvl1pPr>
              <a:defRPr sz="750" b="0">
                <a:solidFill>
                  <a:srgbClr val="768993"/>
                </a:solidFill>
                <a:latin typeface="Arial"/>
                <a:ea typeface="Arial"/>
                <a:cs typeface="Arial"/>
              </a:defRPr>
            </a:lvl1pPr>
            <a:lvl2pPr>
              <a:defRPr sz="750" b="0">
                <a:solidFill>
                  <a:srgbClr val="768993"/>
                </a:solidFill>
                <a:latin typeface="Arial"/>
                <a:ea typeface="Arial"/>
                <a:cs typeface="Arial"/>
              </a:defRPr>
            </a:lvl2pPr>
            <a:lvl3pPr>
              <a:defRPr sz="750" b="0">
                <a:solidFill>
                  <a:srgbClr val="768993"/>
                </a:solidFill>
                <a:latin typeface="Arial"/>
                <a:ea typeface="Arial"/>
                <a:cs typeface="Arial"/>
              </a:defRPr>
            </a:lvl3pPr>
            <a:lvl4pPr>
              <a:defRPr sz="750" b="0">
                <a:solidFill>
                  <a:srgbClr val="768993"/>
                </a:solidFill>
                <a:latin typeface="Arial"/>
                <a:ea typeface="Arial"/>
                <a:cs typeface="Arial"/>
              </a:defRPr>
            </a:lvl4pPr>
            <a:lvl5pPr>
              <a:defRPr sz="750" b="0">
                <a:solidFill>
                  <a:srgbClr val="768993"/>
                </a:solidFill>
                <a:latin typeface="Arial"/>
                <a:ea typeface="Arial"/>
                <a:cs typeface="Arial"/>
              </a:defRPr>
            </a:lvl5pPr>
            <a:lvl6pPr>
              <a:defRPr sz="750" b="0">
                <a:solidFill>
                  <a:srgbClr val="768993"/>
                </a:solidFill>
                <a:latin typeface="Arial"/>
                <a:ea typeface="Arial"/>
                <a:cs typeface="Arial"/>
              </a:defRPr>
            </a:lvl6pPr>
            <a:lvl7pPr>
              <a:defRPr sz="750" b="0">
                <a:solidFill>
                  <a:srgbClr val="768993"/>
                </a:solidFill>
                <a:latin typeface="Arial"/>
                <a:ea typeface="Arial"/>
                <a:cs typeface="Arial"/>
              </a:defRPr>
            </a:lvl7pPr>
            <a:lvl8pPr>
              <a:defRPr sz="750" b="0">
                <a:solidFill>
                  <a:srgbClr val="768993"/>
                </a:solidFill>
                <a:latin typeface="Arial"/>
                <a:ea typeface="Arial"/>
                <a:cs typeface="Arial"/>
              </a:defRPr>
            </a:lvl8pPr>
            <a:lvl9pPr>
              <a:defRPr sz="750" b="0">
                <a:solidFill>
                  <a:srgbClr val="768993"/>
                </a:solidFill>
                <a:latin typeface="Arial"/>
                <a:ea typeface="Arial"/>
                <a:cs typeface="Arial"/>
              </a:defRPr>
            </a:lvl9pPr>
          </a:lstStyle>
          <a:p>
            <a:pPr>
              <a:defRPr sz="750" b="0">
                <a:solidFill>
                  <a:srgbClr val="768993"/>
                </a:solidFill>
                <a:latin typeface="Arial"/>
                <a:ea typeface="Arial"/>
                <a:cs typeface="Arial"/>
              </a:defRPr>
            </a:pPr>
            <a:r>
              <a:rPr sz="750" b="0">
                <a:solidFill>
                  <a:srgbClr val="768993"/>
                </a:solidFill>
                <a:latin typeface="Arial"/>
                <a:ea typeface="Arial"/>
                <a:cs typeface="Arial"/>
              </a:rPr>
              <a:t>10</a:t>
            </a:r>
          </a:p>
        </p:txBody>
      </p:sp>
      <p:graphicFrame>
        <p:nvGraphicFramePr>
          <p:cNvPr id="5" name="">
            <a:extLst/>
          </p:cNvPr>
          <p:cNvGraphicFramePr/>
          <p:nvPr/>
        </p:nvGraphicFramePr>
        <p:xfrm>
          <a:off x="590550" y="1714500"/>
          <a:ext cx="10401300" cy="3731260"/>
        </p:xfrm>
        <a:graphic>
          <a:graphicData uri="http://schemas.openxmlformats.org/drawingml/2006/table">
            <a:tbl>
              <a:tblPr/>
              <a:tblGrid>
                <a:gridCol w="1752600"/>
                <a:gridCol w="5334000"/>
                <a:gridCol w="1600200"/>
                <a:gridCol w="1714500"/>
              </a:tblGrid>
              <a:tr h="444500">
                <a:tc>
                  <a:txBody>
                    <a:bodyPr/>
                    <a:lstStyle/>
                    <a:p>
                      <a:r>
                        <a:rPr sz="1650" b="1">
                          <a:solidFill>
                            <a:srgbClr val="FFFFFF"/>
                          </a:solidFill>
                          <a:latin typeface="Arial"/>
                          <a:ea typeface="Arial"/>
                          <a:cs typeface="Arial"/>
                        </a:rPr>
                        <a:t>Component</a:t>
                      </a:r>
                    </a:p>
                  </a:txBody>
                  <a:tcPr marL="91440" marR="91440" marT="45720" marB="45720">
                    <a:lnL w="0">
                      <a:solidFill>
                        <a:srgbClr val="FFFFFF"/>
                      </a:solidFill>
                    </a:lnL>
                    <a:lnR w="0">
                      <a:solidFill>
                        <a:srgbClr val="FFFFFF"/>
                      </a:solidFill>
                    </a:lnR>
                    <a:lnT w="0">
                      <a:solidFill>
                        <a:srgbClr val="FFFFFF"/>
                      </a:solidFill>
                    </a:lnT>
                    <a:lnB w="0">
                      <a:solidFill>
                        <a:srgbClr val="FFFFFF"/>
                      </a:solidFill>
                    </a:lnB>
                    <a:solidFill>
                      <a:srgbClr val="002D4C"/>
                    </a:solidFill>
                  </a:tcPr>
                </a:tc>
                <a:tc>
                  <a:txBody>
                    <a:bodyPr/>
                    <a:lstStyle/>
                    <a:p>
                      <a:r>
                        <a:rPr sz="1650" b="1">
                          <a:solidFill>
                            <a:srgbClr val="FFFFFF"/>
                          </a:solidFill>
                          <a:latin typeface="Arial"/>
                          <a:ea typeface="Arial"/>
                          <a:cs typeface="Arial"/>
                        </a:rPr>
                        <a:t>Content</a:t>
                      </a:r>
                    </a:p>
                  </a:txBody>
                  <a:tcPr marL="91440" marR="91440" marT="45720" marB="45720">
                    <a:lnR w="0">
                      <a:solidFill>
                        <a:srgbClr val="FFFFFF"/>
                      </a:solidFill>
                    </a:lnR>
                    <a:lnT w="0">
                      <a:solidFill>
                        <a:srgbClr val="FFFFFF"/>
                      </a:solidFill>
                    </a:lnT>
                    <a:lnB w="0">
                      <a:solidFill>
                        <a:srgbClr val="FFFFFF"/>
                      </a:solidFill>
                    </a:lnB>
                    <a:solidFill>
                      <a:srgbClr val="002D4C"/>
                    </a:solidFill>
                  </a:tcPr>
                </a:tc>
                <a:tc>
                  <a:txBody>
                    <a:bodyPr/>
                    <a:lstStyle/>
                    <a:p>
                      <a:r>
                        <a:rPr sz="1650" b="1">
                          <a:solidFill>
                            <a:srgbClr val="FFFFFF"/>
                          </a:solidFill>
                          <a:latin typeface="Arial"/>
                          <a:ea typeface="Arial"/>
                          <a:cs typeface="Arial"/>
                        </a:rPr>
                        <a:t>Written by</a:t>
                      </a:r>
                    </a:p>
                  </a:txBody>
                  <a:tcPr marL="91440" marR="91440" marT="45720" marB="45720">
                    <a:lnR w="0">
                      <a:solidFill>
                        <a:srgbClr val="FFFFFF"/>
                      </a:solidFill>
                    </a:lnR>
                    <a:lnT w="0">
                      <a:solidFill>
                        <a:srgbClr val="FFFFFF"/>
                      </a:solidFill>
                    </a:lnT>
                    <a:lnB w="0">
                      <a:solidFill>
                        <a:srgbClr val="FFFFFF"/>
                      </a:solidFill>
                    </a:lnB>
                    <a:solidFill>
                      <a:srgbClr val="002D4C"/>
                    </a:solidFill>
                  </a:tcPr>
                </a:tc>
                <a:tc>
                  <a:txBody>
                    <a:bodyPr/>
                    <a:lstStyle/>
                    <a:p>
                      <a:r>
                        <a:rPr sz="1650" b="1">
                          <a:solidFill>
                            <a:srgbClr val="FFFFFF"/>
                          </a:solidFill>
                          <a:latin typeface="Arial"/>
                          <a:ea typeface="Arial"/>
                          <a:cs typeface="Arial"/>
                        </a:rPr>
                        <a:t>Read by</a:t>
                      </a:r>
                    </a:p>
                  </a:txBody>
                  <a:tcPr marL="91440" marR="91440" marT="45720" marB="45720">
                    <a:lnR w="0">
                      <a:solidFill>
                        <a:srgbClr val="FFFFFF"/>
                      </a:solidFill>
                    </a:lnR>
                    <a:lnT w="0">
                      <a:solidFill>
                        <a:srgbClr val="FFFFFF"/>
                      </a:solidFill>
                    </a:lnT>
                    <a:lnB w="0">
                      <a:solidFill>
                        <a:srgbClr val="FFFFFF"/>
                      </a:solidFill>
                    </a:lnB>
                    <a:solidFill>
                      <a:srgbClr val="002D4C"/>
                    </a:solidFill>
                  </a:tcPr>
                </a:tc>
              </a:tr>
              <a:tr h="650240">
                <a:tc>
                  <a:txBody>
                    <a:bodyPr/>
                    <a:lstStyle/>
                    <a:p>
                      <a:r>
                        <a:rPr sz="1500" b="1">
                          <a:solidFill>
                            <a:srgbClr val="002D4C"/>
                          </a:solidFill>
                          <a:latin typeface="Arial"/>
                          <a:ea typeface="Arial"/>
                          <a:cs typeface="Arial"/>
                        </a:rPr>
                        <a:t>Constraint list</a:t>
                      </a:r>
                    </a:p>
                  </a:txBody>
                  <a:tcPr marL="91440" marR="91440" marT="45720" marB="45720">
                    <a:lnL w="0">
                      <a:solidFill>
                        <a:srgbClr val="FFFFFF"/>
                      </a:solidFill>
                    </a:lnL>
                    <a:lnR w="0">
                      <a:solidFill>
                        <a:srgbClr val="FFFFFF"/>
                      </a:solidFill>
                    </a:lnR>
                    <a:lnB w="0">
                      <a:solidFill>
                        <a:srgbClr val="FFFFFF"/>
                      </a:solidFill>
                    </a:lnB>
                    <a:solidFill>
                      <a:srgbClr val="EAF6F4"/>
                    </a:solidFill>
                  </a:tcPr>
                </a:tc>
                <a:tc>
                  <a:txBody>
                    <a:bodyPr/>
                    <a:lstStyle/>
                    <a:p>
                      <a:r>
                        <a:rPr sz="1500" b="0">
                          <a:solidFill>
                            <a:srgbClr val="002D4C"/>
                          </a:solidFill>
                          <a:latin typeface="Arial"/>
                          <a:ea typeface="Arial"/>
                          <a:cs typeface="Arial"/>
                        </a:rPr>
                        <a:t>Conditions the question requires, plus the expected answer type</a:t>
                      </a:r>
                    </a:p>
                  </a:txBody>
                  <a:tcPr marL="91440" marR="91440" marT="45720" marB="45720">
                    <a:lnR w="0">
                      <a:solidFill>
                        <a:srgbClr val="FFFFFF"/>
                      </a:solidFill>
                    </a:lnR>
                    <a:lnB w="0">
                      <a:solidFill>
                        <a:srgbClr val="FFFFFF"/>
                      </a:solidFill>
                    </a:lnB>
                    <a:solidFill>
                      <a:srgbClr val="EAF6F4"/>
                    </a:solidFill>
                  </a:tcPr>
                </a:tc>
                <a:tc>
                  <a:txBody>
                    <a:bodyPr/>
                    <a:lstStyle/>
                    <a:p>
                      <a:r>
                        <a:rPr sz="1500" b="0">
                          <a:solidFill>
                            <a:srgbClr val="002D4C"/>
                          </a:solidFill>
                          <a:latin typeface="Arial"/>
                          <a:ea typeface="Arial"/>
                          <a:cs typeface="Arial"/>
                        </a:rPr>
                        <a:t>D1</a:t>
                      </a:r>
                    </a:p>
                  </a:txBody>
                  <a:tcPr marL="91440" marR="91440" marT="45720" marB="45720">
                    <a:lnR w="0">
                      <a:solidFill>
                        <a:srgbClr val="FFFFFF"/>
                      </a:solidFill>
                    </a:lnR>
                    <a:lnB w="0">
                      <a:solidFill>
                        <a:srgbClr val="FFFFFF"/>
                      </a:solidFill>
                    </a:lnB>
                    <a:solidFill>
                      <a:srgbClr val="EAF6F4"/>
                    </a:solidFill>
                  </a:tcPr>
                </a:tc>
                <a:tc>
                  <a:txBody>
                    <a:bodyPr/>
                    <a:lstStyle/>
                    <a:p>
                      <a:r>
                        <a:rPr sz="1500" b="0">
                          <a:solidFill>
                            <a:srgbClr val="002D4C"/>
                          </a:solidFill>
                          <a:latin typeface="Arial"/>
                          <a:ea typeface="Arial"/>
                          <a:cs typeface="Arial"/>
                        </a:rPr>
                        <a:t>D2, D3</a:t>
                      </a:r>
                    </a:p>
                  </a:txBody>
                  <a:tcPr marL="91440" marR="91440" marT="45720" marB="45720">
                    <a:lnR w="0">
                      <a:solidFill>
                        <a:srgbClr val="FFFFFF"/>
                      </a:solidFill>
                    </a:lnR>
                    <a:lnB w="0">
                      <a:solidFill>
                        <a:srgbClr val="FFFFFF"/>
                      </a:solidFill>
                    </a:lnB>
                    <a:solidFill>
                      <a:srgbClr val="EAF6F4"/>
                    </a:solidFill>
                  </a:tcPr>
                </a:tc>
              </a:tr>
              <a:tr h="878840">
                <a:tc>
                  <a:txBody>
                    <a:bodyPr/>
                    <a:lstStyle/>
                    <a:p>
                      <a:r>
                        <a:rPr sz="1500" b="1">
                          <a:solidFill>
                            <a:srgbClr val="002D4C"/>
                          </a:solidFill>
                          <a:latin typeface="Arial"/>
                          <a:ea typeface="Arial"/>
                          <a:cs typeface="Arial"/>
                        </a:rPr>
                        <a:t>Step log</a:t>
                      </a:r>
                    </a:p>
                  </a:txBody>
                  <a:tcPr marL="91440" marR="91440" marT="45720" marB="45720">
                    <a:lnL w="0">
                      <a:solidFill>
                        <a:srgbClr val="FFFFFF"/>
                      </a:solidFill>
                    </a:lnL>
                    <a:lnR w="0">
                      <a:solidFill>
                        <a:srgbClr val="FFFFFF"/>
                      </a:solidFill>
                    </a:lnR>
                    <a:lnB w="0">
                      <a:solidFill>
                        <a:srgbClr val="FFFFFF"/>
                      </a:solidFill>
                    </a:lnB>
                    <a:solidFill>
                      <a:srgbClr val="F4F7F8"/>
                    </a:solidFill>
                  </a:tcPr>
                </a:tc>
                <a:tc>
                  <a:txBody>
                    <a:bodyPr/>
                    <a:lstStyle/>
                    <a:p>
                      <a:r>
                        <a:rPr sz="1500" b="0">
                          <a:solidFill>
                            <a:srgbClr val="002D4C"/>
                          </a:solidFill>
                          <a:latin typeface="Arial"/>
                          <a:ea typeface="Arial"/>
                          <a:cs typeface="Arial"/>
                        </a:rPr>
                        <a:t>Anchor, relation, direction, and cited triples per step. Useless steps are marked “discarded”, not deleted</a:t>
                      </a:r>
                    </a:p>
                  </a:txBody>
                  <a:tcPr marL="91440" marR="91440" marT="45720" marB="45720">
                    <a:lnR w="0">
                      <a:solidFill>
                        <a:srgbClr val="FFFFFF"/>
                      </a:solidFill>
                    </a:lnR>
                    <a:lnB w="0">
                      <a:solidFill>
                        <a:srgbClr val="FFFFFF"/>
                      </a:solidFill>
                    </a:lnB>
                    <a:solidFill>
                      <a:srgbClr val="F4F7F8"/>
                    </a:solidFill>
                  </a:tcPr>
                </a:tc>
                <a:tc>
                  <a:txBody>
                    <a:bodyPr/>
                    <a:lstStyle/>
                    <a:p>
                      <a:r>
                        <a:rPr sz="1500" b="0">
                          <a:solidFill>
                            <a:srgbClr val="002D4C"/>
                          </a:solidFill>
                          <a:latin typeface="Arial"/>
                          <a:ea typeface="Arial"/>
                          <a:cs typeface="Arial"/>
                        </a:rPr>
                        <a:t>D2</a:t>
                      </a:r>
                    </a:p>
                  </a:txBody>
                  <a:tcPr marL="91440" marR="91440" marT="45720" marB="45720">
                    <a:lnR w="0">
                      <a:solidFill>
                        <a:srgbClr val="FFFFFF"/>
                      </a:solidFill>
                    </a:lnR>
                    <a:lnB w="0">
                      <a:solidFill>
                        <a:srgbClr val="FFFFFF"/>
                      </a:solidFill>
                    </a:lnB>
                    <a:solidFill>
                      <a:srgbClr val="F4F7F8"/>
                    </a:solidFill>
                  </a:tcPr>
                </a:tc>
                <a:tc>
                  <a:txBody>
                    <a:bodyPr/>
                    <a:lstStyle/>
                    <a:p>
                      <a:r>
                        <a:rPr sz="1500" b="0">
                          <a:solidFill>
                            <a:srgbClr val="002D4C"/>
                          </a:solidFill>
                          <a:latin typeface="Arial"/>
                          <a:ea typeface="Arial"/>
                          <a:cs typeface="Arial"/>
                        </a:rPr>
                        <a:t>Summary, evaluation (used_triples)</a:t>
                      </a:r>
                    </a:p>
                  </a:txBody>
                  <a:tcPr marL="91440" marR="91440" marT="45720" marB="45720">
                    <a:lnR w="0">
                      <a:solidFill>
                        <a:srgbClr val="FFFFFF"/>
                      </a:solidFill>
                    </a:lnR>
                    <a:lnB w="0">
                      <a:solidFill>
                        <a:srgbClr val="FFFFFF"/>
                      </a:solidFill>
                    </a:lnB>
                    <a:solidFill>
                      <a:srgbClr val="F4F7F8"/>
                    </a:solidFill>
                  </a:tcPr>
                </a:tc>
              </a:tr>
              <a:tr h="878840">
                <a:tc>
                  <a:txBody>
                    <a:bodyPr/>
                    <a:lstStyle/>
                    <a:p>
                      <a:r>
                        <a:rPr sz="1500" b="1">
                          <a:solidFill>
                            <a:srgbClr val="002D4C"/>
                          </a:solidFill>
                          <a:latin typeface="Arial"/>
                          <a:ea typeface="Arial"/>
                          <a:cs typeface="Arial"/>
                        </a:rPr>
                        <a:t>Candidate list</a:t>
                      </a:r>
                    </a:p>
                  </a:txBody>
                  <a:tcPr marL="91440" marR="91440" marT="45720" marB="45720">
                    <a:lnL w="0">
                      <a:solidFill>
                        <a:srgbClr val="FFFFFF"/>
                      </a:solidFill>
                    </a:lnL>
                    <a:lnR w="0">
                      <a:solidFill>
                        <a:srgbClr val="FFFFFF"/>
                      </a:solidFill>
                    </a:lnR>
                    <a:lnB w="0">
                      <a:solidFill>
                        <a:srgbClr val="FFFFFF"/>
                      </a:solidFill>
                    </a:lnB>
                    <a:solidFill>
                      <a:srgbClr val="EAF6F4"/>
                    </a:solidFill>
                  </a:tcPr>
                </a:tc>
                <a:tc>
                  <a:txBody>
                    <a:bodyPr/>
                    <a:lstStyle/>
                    <a:p>
                      <a:r>
                        <a:rPr sz="1500" b="0">
                          <a:solidFill>
                            <a:srgbClr val="002D4C"/>
                          </a:solidFill>
                          <a:latin typeface="Arial"/>
                          <a:ea typeface="Arial"/>
                          <a:cs typeface="Arial"/>
                        </a:rPr>
                        <a:t>All entities from each retrieval result, whether or not the LLM cites them. Status: pending / excluded (with reason) / confirmed</a:t>
                      </a:r>
                    </a:p>
                  </a:txBody>
                  <a:tcPr marL="91440" marR="91440" marT="45720" marB="45720">
                    <a:lnR w="0">
                      <a:solidFill>
                        <a:srgbClr val="FFFFFF"/>
                      </a:solidFill>
                    </a:lnR>
                    <a:lnB w="0">
                      <a:solidFill>
                        <a:srgbClr val="FFFFFF"/>
                      </a:solidFill>
                    </a:lnB>
                    <a:solidFill>
                      <a:srgbClr val="EAF6F4"/>
                    </a:solidFill>
                  </a:tcPr>
                </a:tc>
                <a:tc>
                  <a:txBody>
                    <a:bodyPr/>
                    <a:lstStyle/>
                    <a:p>
                      <a:r>
                        <a:rPr sz="1500" b="0">
                          <a:solidFill>
                            <a:srgbClr val="002D4C"/>
                          </a:solidFill>
                          <a:latin typeface="Arial"/>
                          <a:ea typeface="Arial"/>
                          <a:cs typeface="Arial"/>
                        </a:rPr>
                        <a:t>Program, D2</a:t>
                      </a:r>
                    </a:p>
                  </a:txBody>
                  <a:tcPr marL="91440" marR="91440" marT="45720" marB="45720">
                    <a:lnR w="0">
                      <a:solidFill>
                        <a:srgbClr val="FFFFFF"/>
                      </a:solidFill>
                    </a:lnR>
                    <a:lnB w="0">
                      <a:solidFill>
                        <a:srgbClr val="FFFFFF"/>
                      </a:solidFill>
                    </a:lnB>
                    <a:solidFill>
                      <a:srgbClr val="EAF6F4"/>
                    </a:solidFill>
                  </a:tcPr>
                </a:tc>
                <a:tc>
                  <a:txBody>
                    <a:bodyPr/>
                    <a:lstStyle/>
                    <a:p>
                      <a:r>
                        <a:rPr sz="1500" b="0">
                          <a:solidFill>
                            <a:srgbClr val="002D4C"/>
                          </a:solidFill>
                          <a:latin typeface="Arial"/>
                          <a:ea typeface="Arial"/>
                          <a:cs typeface="Arial"/>
                        </a:rPr>
                        <a:t>Anchor selection, answer generation</a:t>
                      </a:r>
                    </a:p>
                  </a:txBody>
                  <a:tcPr marL="91440" marR="91440" marT="45720" marB="45720">
                    <a:lnR w="0">
                      <a:solidFill>
                        <a:srgbClr val="FFFFFF"/>
                      </a:solidFill>
                    </a:lnR>
                    <a:lnB w="0">
                      <a:solidFill>
                        <a:srgbClr val="FFFFFF"/>
                      </a:solidFill>
                    </a:lnB>
                    <a:solidFill>
                      <a:srgbClr val="EAF6F4"/>
                    </a:solidFill>
                  </a:tcPr>
                </a:tc>
              </a:tr>
              <a:tr h="878840">
                <a:tc>
                  <a:txBody>
                    <a:bodyPr/>
                    <a:lstStyle/>
                    <a:p>
                      <a:r>
                        <a:rPr sz="1500" b="1">
                          <a:solidFill>
                            <a:srgbClr val="002D4C"/>
                          </a:solidFill>
                          <a:latin typeface="Arial"/>
                          <a:ea typeface="Arial"/>
                          <a:cs typeface="Arial"/>
                        </a:rPr>
                        <a:t>Conclusion record</a:t>
                      </a:r>
                    </a:p>
                  </a:txBody>
                  <a:tcPr marL="91440" marR="91440" marT="45720" marB="45720">
                    <a:lnL w="0">
                      <a:solidFill>
                        <a:srgbClr val="FFFFFF"/>
                      </a:solidFill>
                    </a:lnL>
                    <a:lnR w="0">
                      <a:solidFill>
                        <a:srgbClr val="FFFFFF"/>
                      </a:solidFill>
                    </a:lnR>
                    <a:lnB w="0">
                      <a:solidFill>
                        <a:srgbClr val="FFFFFF"/>
                      </a:solidFill>
                    </a:lnB>
                    <a:solidFill>
                      <a:srgbClr val="F4F7F8"/>
                    </a:solidFill>
                  </a:tcPr>
                </a:tc>
                <a:tc>
                  <a:txBody>
                    <a:bodyPr/>
                    <a:lstStyle/>
                    <a:p>
                      <a:r>
                        <a:rPr sz="1500" b="0">
                          <a:solidFill>
                            <a:srgbClr val="002D4C"/>
                          </a:solidFill>
                          <a:latin typeface="Arial"/>
                          <a:ea typeface="Arial"/>
                          <a:cs typeface="Arial"/>
                        </a:rPr>
                        <a:t>Each candidate’s status on each constraint (satisfied / violated / unknown), plus the evidence type: KG triple, absent from query result, background knowledge, or guess</a:t>
                      </a:r>
                    </a:p>
                  </a:txBody>
                  <a:tcPr marL="91440" marR="91440" marT="45720" marB="45720">
                    <a:lnR w="0">
                      <a:solidFill>
                        <a:srgbClr val="FFFFFF"/>
                      </a:solidFill>
                    </a:lnR>
                    <a:lnB w="0">
                      <a:solidFill>
                        <a:srgbClr val="FFFFFF"/>
                      </a:solidFill>
                    </a:lnB>
                    <a:solidFill>
                      <a:srgbClr val="F4F7F8"/>
                    </a:solidFill>
                  </a:tcPr>
                </a:tc>
                <a:tc>
                  <a:txBody>
                    <a:bodyPr/>
                    <a:lstStyle/>
                    <a:p>
                      <a:r>
                        <a:rPr sz="1500" b="0">
                          <a:solidFill>
                            <a:srgbClr val="002D4C"/>
                          </a:solidFill>
                          <a:latin typeface="Arial"/>
                          <a:ea typeface="Arial"/>
                          <a:cs typeface="Arial"/>
                        </a:rPr>
                        <a:t>LLM proposes, program verifies (D2)</a:t>
                      </a:r>
                    </a:p>
                  </a:txBody>
                  <a:tcPr marL="91440" marR="91440" marT="45720" marB="45720">
                    <a:lnR w="0">
                      <a:solidFill>
                        <a:srgbClr val="FFFFFF"/>
                      </a:solidFill>
                    </a:lnR>
                    <a:lnB w="0">
                      <a:solidFill>
                        <a:srgbClr val="FFFFFF"/>
                      </a:solidFill>
                    </a:lnB>
                    <a:solidFill>
                      <a:srgbClr val="F4F7F8"/>
                    </a:solidFill>
                  </a:tcPr>
                </a:tc>
                <a:tc>
                  <a:txBody>
                    <a:bodyPr/>
                    <a:lstStyle/>
                    <a:p>
                      <a:r>
                        <a:rPr sz="1500" b="0">
                          <a:solidFill>
                            <a:srgbClr val="002D4C"/>
                          </a:solidFill>
                          <a:latin typeface="Arial"/>
                          <a:ea typeface="Arial"/>
                          <a:cs typeface="Arial"/>
                        </a:rPr>
                        <a:t>D2–D5</a:t>
                      </a:r>
                    </a:p>
                  </a:txBody>
                  <a:tcPr marL="91440" marR="91440" marT="45720" marB="45720">
                    <a:lnR w="0">
                      <a:solidFill>
                        <a:srgbClr val="FFFFFF"/>
                      </a:solidFill>
                    </a:lnR>
                    <a:lnB w="0">
                      <a:solidFill>
                        <a:srgbClr val="FFFFFF"/>
                      </a:solidFill>
                    </a:lnB>
                    <a:solidFill>
                      <a:srgbClr val="F4F7F8"/>
                    </a:solidFill>
                  </a:tcPr>
                </a:tc>
              </a:tr>
            </a:tbl>
          </a:graphicData>
        </a:graphic>
      </p:graphicFrame>
      <p:sp>
        <p:nvSpPr>
          <p:cNvPr id="6" name="">
            <a:extLst/>
          </p:cNvPr>
          <p:cNvSpPr>
            <a:spLocks noGrp="1"/>
          </p:cNvSpPr>
          <p:nvPr/>
        </p:nvSpPr>
        <p:spPr>
          <a:xfrm>
            <a:off x="590550" y="1095375"/>
            <a:ext cx="10668000" cy="495300"/>
          </a:xfrm>
          <a:prstGeom prst="rect">
            <a:avLst/>
          </a:prstGeom>
          <a:noFill/>
          <a:ln w="0">
            <a:noFill/>
          </a:ln>
        </p:spPr>
        <p:txBody>
          <a:bodyPr lIns="0" tIns="0" rIns="0" bIns="0"/>
          <a:lstStyle>
            <a:defPPr>
              <a:defRPr sz="1725" b="0">
                <a:solidFill>
                  <a:srgbClr val="002D4C"/>
                </a:solidFill>
                <a:latin typeface="Arial"/>
                <a:ea typeface="Arial"/>
                <a:cs typeface="Arial"/>
              </a:defRPr>
            </a:defPPr>
            <a:lvl1pPr>
              <a:defRPr sz="1725" b="0">
                <a:solidFill>
                  <a:srgbClr val="002D4C"/>
                </a:solidFill>
                <a:latin typeface="Arial"/>
                <a:ea typeface="Arial"/>
                <a:cs typeface="Arial"/>
              </a:defRPr>
            </a:lvl1pPr>
            <a:lvl2pPr>
              <a:defRPr sz="1725" b="0">
                <a:solidFill>
                  <a:srgbClr val="002D4C"/>
                </a:solidFill>
                <a:latin typeface="Arial"/>
                <a:ea typeface="Arial"/>
                <a:cs typeface="Arial"/>
              </a:defRPr>
            </a:lvl2pPr>
            <a:lvl3pPr>
              <a:defRPr sz="1725" b="0">
                <a:solidFill>
                  <a:srgbClr val="002D4C"/>
                </a:solidFill>
                <a:latin typeface="Arial"/>
                <a:ea typeface="Arial"/>
                <a:cs typeface="Arial"/>
              </a:defRPr>
            </a:lvl3pPr>
            <a:lvl4pPr>
              <a:defRPr sz="1725" b="0">
                <a:solidFill>
                  <a:srgbClr val="002D4C"/>
                </a:solidFill>
                <a:latin typeface="Arial"/>
                <a:ea typeface="Arial"/>
                <a:cs typeface="Arial"/>
              </a:defRPr>
            </a:lvl4pPr>
            <a:lvl5pPr>
              <a:defRPr sz="1725" b="0">
                <a:solidFill>
                  <a:srgbClr val="002D4C"/>
                </a:solidFill>
                <a:latin typeface="Arial"/>
                <a:ea typeface="Arial"/>
                <a:cs typeface="Arial"/>
              </a:defRPr>
            </a:lvl5pPr>
            <a:lvl6pPr>
              <a:defRPr sz="1725" b="0">
                <a:solidFill>
                  <a:srgbClr val="002D4C"/>
                </a:solidFill>
                <a:latin typeface="Arial"/>
                <a:ea typeface="Arial"/>
                <a:cs typeface="Arial"/>
              </a:defRPr>
            </a:lvl6pPr>
            <a:lvl7pPr>
              <a:defRPr sz="1725" b="0">
                <a:solidFill>
                  <a:srgbClr val="002D4C"/>
                </a:solidFill>
                <a:latin typeface="Arial"/>
                <a:ea typeface="Arial"/>
                <a:cs typeface="Arial"/>
              </a:defRPr>
            </a:lvl7pPr>
            <a:lvl8pPr>
              <a:defRPr sz="1725" b="0">
                <a:solidFill>
                  <a:srgbClr val="002D4C"/>
                </a:solidFill>
                <a:latin typeface="Arial"/>
                <a:ea typeface="Arial"/>
                <a:cs typeface="Arial"/>
              </a:defRPr>
            </a:lvl8pPr>
            <a:lvl9pPr>
              <a:defRPr sz="1725" b="0">
                <a:solidFill>
                  <a:srgbClr val="002D4C"/>
                </a:solidFill>
                <a:latin typeface="Arial"/>
                <a:ea typeface="Arial"/>
                <a:cs typeface="Arial"/>
              </a:defRPr>
            </a:lvl9pPr>
          </a:lstStyle>
          <a:p>
            <a:pPr>
              <a:defRPr sz="1725" b="0">
                <a:solidFill>
                  <a:srgbClr val="002D4C"/>
                </a:solidFill>
                <a:latin typeface="Arial"/>
                <a:ea typeface="Arial"/>
                <a:cs typeface="Arial"/>
              </a:defRPr>
            </a:pPr>
            <a:r>
              <a:rPr sz="1650" b="0">
                <a:solidFill>
                  <a:srgbClr val="002D4C"/>
                </a:solidFill>
                <a:latin typeface="Arial"/>
                <a:ea typeface="Arial"/>
                <a:cs typeface="Arial"/>
              </a:rPr>
              <a:t>A persistent record of constraints, steps, candidates, and conclusions that survives resets. Every node and the answer generator read it through one shared summary.</a:t>
            </a:r>
          </a:p>
        </p:txBody>
      </p:sp>
      <p:sp>
        <p:nvSpPr>
          <p:cNvPr id="10" name="Rounded Rectangle 9"/>
          <p:cNvSpPr/>
          <p:nvPr/>
        </p:nvSpPr>
        <p:spPr>
          <a:xfrm>
            <a:off x="590550" y="5753100"/>
            <a:ext cx="1958340" cy="400050"/>
          </a:xfrm>
          <a:prstGeom prst="roundRect">
            <a:avLst>
              <a:gd name="adj" fmla="val 25000"/>
            </a:avLst>
          </a:prstGeom>
          <a:solidFill>
            <a:srgbClr val="EAF6F4"/>
          </a:solidFill>
          <a:ln>
            <a:noFill/>
          </a:ln>
        </p:spPr>
        <p:txBody>
          <a:bodyPr rtlCol="0" anchor="ctr" lIns="76200" rIns="76200" tIns="0" bIns="0" wrap="none"/>
          <a:lstStyle/>
          <a:p>
            <a:pPr algn="ctr"/>
            <a:r>
              <a:rPr sz="1275" b="1">
                <a:solidFill>
                  <a:srgbClr val="009682"/>
                </a:solidFill>
                <a:latin typeface="Arial"/>
              </a:rPr>
              <a:t>D1</a:t>
            </a:r>
            <a:r>
              <a:rPr sz="1275" b="1">
                <a:solidFill>
                  <a:srgbClr val="002D4C"/>
                </a:solidFill>
                <a:latin typeface="Arial"/>
              </a:rPr>
              <a:t>  Question Analysis</a:t>
            </a:r>
          </a:p>
        </p:txBody>
      </p:sp>
      <p:sp>
        <p:nvSpPr>
          <p:cNvPr id="11" name="Rounded Rectangle 10"/>
          <p:cNvSpPr/>
          <p:nvPr/>
        </p:nvSpPr>
        <p:spPr>
          <a:xfrm>
            <a:off x="2701290" y="5753100"/>
            <a:ext cx="1958340" cy="400050"/>
          </a:xfrm>
          <a:prstGeom prst="roundRect">
            <a:avLst>
              <a:gd name="adj" fmla="val 25000"/>
            </a:avLst>
          </a:prstGeom>
          <a:solidFill>
            <a:srgbClr val="EAF6F4"/>
          </a:solidFill>
          <a:ln>
            <a:noFill/>
          </a:ln>
        </p:spPr>
        <p:txBody>
          <a:bodyPr rtlCol="0" anchor="ctr" lIns="76200" rIns="76200" tIns="0" bIns="0" wrap="none"/>
          <a:lstStyle/>
          <a:p>
            <a:pPr algn="ctr"/>
            <a:r>
              <a:rPr sz="1275" b="1">
                <a:solidFill>
                  <a:srgbClr val="009682"/>
                </a:solidFill>
                <a:latin typeface="Arial"/>
              </a:rPr>
              <a:t>D2</a:t>
            </a:r>
            <a:r>
              <a:rPr sz="1275" b="1">
                <a:solidFill>
                  <a:srgbClr val="002D4C"/>
                </a:solidFill>
                <a:latin typeface="Arial"/>
              </a:rPr>
              <a:t>  Exploration State</a:t>
            </a:r>
          </a:p>
        </p:txBody>
      </p:sp>
      <p:sp>
        <p:nvSpPr>
          <p:cNvPr id="12" name="Rounded Rectangle 11"/>
          <p:cNvSpPr/>
          <p:nvPr/>
        </p:nvSpPr>
        <p:spPr>
          <a:xfrm>
            <a:off x="4812030" y="5753100"/>
            <a:ext cx="1958340" cy="400050"/>
          </a:xfrm>
          <a:prstGeom prst="roundRect">
            <a:avLst>
              <a:gd name="adj" fmla="val 25000"/>
            </a:avLst>
          </a:prstGeom>
          <a:solidFill>
            <a:srgbClr val="EAF6F4"/>
          </a:solidFill>
          <a:ln>
            <a:noFill/>
          </a:ln>
        </p:spPr>
        <p:txBody>
          <a:bodyPr rtlCol="0" anchor="ctr" lIns="76200" rIns="76200" tIns="0" bIns="0" wrap="none"/>
          <a:lstStyle/>
          <a:p>
            <a:pPr algn="ctr"/>
            <a:r>
              <a:rPr sz="1275" b="1">
                <a:solidFill>
                  <a:srgbClr val="009682"/>
                </a:solidFill>
                <a:latin typeface="Arial"/>
              </a:rPr>
              <a:t>D3</a:t>
            </a:r>
            <a:r>
              <a:rPr sz="1275" b="1">
                <a:solidFill>
                  <a:srgbClr val="002D4C"/>
                </a:solidFill>
                <a:latin typeface="Arial"/>
              </a:rPr>
              <a:t>  Answer Check</a:t>
            </a:r>
          </a:p>
        </p:txBody>
      </p:sp>
      <p:sp>
        <p:nvSpPr>
          <p:cNvPr id="13" name="Rounded Rectangle 12"/>
          <p:cNvSpPr/>
          <p:nvPr/>
        </p:nvSpPr>
        <p:spPr>
          <a:xfrm>
            <a:off x="6922770" y="5753100"/>
            <a:ext cx="1958340" cy="400050"/>
          </a:xfrm>
          <a:prstGeom prst="roundRect">
            <a:avLst>
              <a:gd name="adj" fmla="val 25000"/>
            </a:avLst>
          </a:prstGeom>
          <a:solidFill>
            <a:srgbClr val="EAF6F4"/>
          </a:solidFill>
          <a:ln>
            <a:noFill/>
          </a:ln>
        </p:spPr>
        <p:txBody>
          <a:bodyPr rtlCol="0" anchor="ctr" lIns="76200" rIns="76200" tIns="0" bIns="0" wrap="none"/>
          <a:lstStyle/>
          <a:p>
            <a:pPr algn="ctr"/>
            <a:r>
              <a:rPr sz="1275" b="1">
                <a:solidFill>
                  <a:srgbClr val="009682"/>
                </a:solidFill>
                <a:latin typeface="Arial"/>
              </a:rPr>
              <a:t>D4</a:t>
            </a:r>
            <a:r>
              <a:rPr sz="1275" b="1">
                <a:solidFill>
                  <a:srgbClr val="002D4C"/>
                </a:solidFill>
                <a:latin typeface="Arial"/>
              </a:rPr>
              <a:t>  Knowledge Policy</a:t>
            </a:r>
          </a:p>
        </p:txBody>
      </p:sp>
      <p:sp>
        <p:nvSpPr>
          <p:cNvPr id="14" name="Rounded Rectangle 13"/>
          <p:cNvSpPr/>
          <p:nvPr/>
        </p:nvSpPr>
        <p:spPr>
          <a:xfrm>
            <a:off x="9033510" y="5753100"/>
            <a:ext cx="1958340" cy="400050"/>
          </a:xfrm>
          <a:prstGeom prst="roundRect">
            <a:avLst>
              <a:gd name="adj" fmla="val 25000"/>
            </a:avLst>
          </a:prstGeom>
          <a:solidFill>
            <a:srgbClr val="EAF6F4"/>
          </a:solidFill>
          <a:ln>
            <a:noFill/>
          </a:ln>
        </p:spPr>
        <p:txBody>
          <a:bodyPr rtlCol="0" anchor="ctr" lIns="76200" rIns="76200" tIns="0" bIns="0" wrap="none"/>
          <a:lstStyle/>
          <a:p>
            <a:pPr algn="ctr"/>
            <a:r>
              <a:rPr sz="1275" b="1">
                <a:solidFill>
                  <a:srgbClr val="009682"/>
                </a:solidFill>
                <a:latin typeface="Arial"/>
              </a:rPr>
              <a:t>D5</a:t>
            </a:r>
            <a:r>
              <a:rPr sz="1275" b="1">
                <a:solidFill>
                  <a:srgbClr val="002D4C"/>
                </a:solidFill>
                <a:latin typeface="Arial"/>
              </a:rPr>
              <a:t>  Answer Basis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2026-10-20T19:10:22.5410000Z</dcterms:created>
  <dcterms:modified xsi:type="dcterms:W3CDTF">2026-10-20T19:10:22.5410000Z</dcterms:modified>
</coreProperties>
</file>